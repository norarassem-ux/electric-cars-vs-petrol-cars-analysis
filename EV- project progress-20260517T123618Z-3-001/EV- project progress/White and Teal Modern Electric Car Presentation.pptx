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0" r:id="rId3"/>
    <p:sldId id="266" r:id="rId4"/>
    <p:sldId id="257" r:id="rId5"/>
    <p:sldId id="258" r:id="rId6"/>
    <p:sldId id="259" r:id="rId7"/>
    <p:sldId id="261" r:id="rId8"/>
    <p:sldId id="262" r:id="rId9"/>
    <p:sldId id="263" r:id="rId10"/>
    <p:sldId id="264" r:id="rId11"/>
    <p:sldId id="265" r:id="rId12"/>
  </p:sldIdLst>
  <p:sldSz cx="18288000" cy="10287000"/>
  <p:notesSz cx="6858000" cy="9144000"/>
  <p:embeddedFontLst>
    <p:embeddedFont>
      <p:font typeface="Bricolage Grotesque" panose="020B0604020202020204" charset="0"/>
      <p:regular r:id="rId13"/>
    </p:embeddedFont>
    <p:embeddedFont>
      <p:font typeface="Bricolage Grotesque Bold" panose="020B0604020202020204" charset="0"/>
      <p:regular r:id="rId14"/>
    </p:embeddedFont>
    <p:embeddedFont>
      <p:font typeface="Rubik One" panose="020B0604020202020204" charset="-79"/>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6" d="100"/>
          <a:sy n="46" d="100"/>
        </p:scale>
        <p:origin x="75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svg"/><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3.svg"/><Relationship Id="rId1" Type="http://schemas.openxmlformats.org/officeDocument/2006/relationships/slideLayout" Target="../slideLayouts/slideLayout7.xml"/><Relationship Id="rId5" Type="http://schemas.openxmlformats.org/officeDocument/2006/relationships/image" Target="../media/image14.svg"/><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3.sv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svg"/><Relationship Id="rId1" Type="http://schemas.openxmlformats.org/officeDocument/2006/relationships/slideLayout" Target="../slideLayouts/slideLayout7.xml"/><Relationship Id="rId5" Type="http://schemas.openxmlformats.org/officeDocument/2006/relationships/image" Target="../media/image21.svg"/><Relationship Id="rId4" Type="http://schemas.openxmlformats.org/officeDocument/2006/relationships/image" Target="../media/image20.svg"/></Relationships>
</file>

<file path=ppt/slides/_rels/slide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23.jpe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jpeg"/><Relationship Id="rId2" Type="http://schemas.openxmlformats.org/officeDocument/2006/relationships/image" Target="../media/image3.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6.sv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30.jpeg"/><Relationship Id="rId7" Type="http://schemas.openxmlformats.org/officeDocument/2006/relationships/image" Target="../media/image31.svg"/><Relationship Id="rId2" Type="http://schemas.openxmlformats.org/officeDocument/2006/relationships/image" Target="../media/image3.sv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3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F6F9"/>
        </a:solidFill>
        <a:effectLst/>
      </p:bgPr>
    </p:bg>
    <p:spTree>
      <p:nvGrpSpPr>
        <p:cNvPr id="1" name=""/>
        <p:cNvGrpSpPr/>
        <p:nvPr/>
      </p:nvGrpSpPr>
      <p:grpSpPr>
        <a:xfrm>
          <a:off x="0" y="0"/>
          <a:ext cx="0" cy="0"/>
          <a:chOff x="0" y="0"/>
          <a:chExt cx="0" cy="0"/>
        </a:xfrm>
      </p:grpSpPr>
      <p:sp>
        <p:nvSpPr>
          <p:cNvPr id="2" name="Freeform 2"/>
          <p:cNvSpPr/>
          <p:nvPr/>
        </p:nvSpPr>
        <p:spPr>
          <a:xfrm>
            <a:off x="5842743" y="4379892"/>
            <a:ext cx="9076504" cy="5774926"/>
          </a:xfrm>
          <a:custGeom>
            <a:avLst/>
            <a:gdLst/>
            <a:ahLst/>
            <a:cxnLst/>
            <a:rect l="l" t="t" r="r" b="b"/>
            <a:pathLst>
              <a:path w="9076504" h="5774926">
                <a:moveTo>
                  <a:pt x="0" y="0"/>
                </a:moveTo>
                <a:lnTo>
                  <a:pt x="9076504" y="0"/>
                </a:lnTo>
                <a:lnTo>
                  <a:pt x="9076504" y="5774925"/>
                </a:lnTo>
                <a:lnTo>
                  <a:pt x="0" y="5774925"/>
                </a:lnTo>
                <a:lnTo>
                  <a:pt x="0" y="0"/>
                </a:lnTo>
                <a:close/>
              </a:path>
            </a:pathLst>
          </a:custGeom>
          <a:blipFill>
            <a:blip r:embed="rId2"/>
            <a:stretch>
              <a:fillRect/>
            </a:stretch>
          </a:blipFill>
        </p:spPr>
        <p:txBody>
          <a:bodyPr/>
          <a:lstStyle/>
          <a:p>
            <a:endParaRPr lang="en-GB"/>
          </a:p>
        </p:txBody>
      </p:sp>
      <p:grpSp>
        <p:nvGrpSpPr>
          <p:cNvPr id="3" name="Group 3"/>
          <p:cNvGrpSpPr/>
          <p:nvPr/>
        </p:nvGrpSpPr>
        <p:grpSpPr>
          <a:xfrm>
            <a:off x="11864736" y="808478"/>
            <a:ext cx="4583015" cy="8032825"/>
            <a:chOff x="0" y="0"/>
            <a:chExt cx="1183774" cy="2074846"/>
          </a:xfrm>
        </p:grpSpPr>
        <p:sp>
          <p:nvSpPr>
            <p:cNvPr id="4" name="Freeform 4"/>
            <p:cNvSpPr/>
            <p:nvPr/>
          </p:nvSpPr>
          <p:spPr>
            <a:xfrm>
              <a:off x="0" y="0"/>
              <a:ext cx="1183774" cy="2074846"/>
            </a:xfrm>
            <a:custGeom>
              <a:avLst/>
              <a:gdLst/>
              <a:ahLst/>
              <a:cxnLst/>
              <a:rect l="l" t="t" r="r" b="b"/>
              <a:pathLst>
                <a:path w="1183774" h="2074846">
                  <a:moveTo>
                    <a:pt x="101356" y="0"/>
                  </a:moveTo>
                  <a:lnTo>
                    <a:pt x="1082418" y="0"/>
                  </a:lnTo>
                  <a:cubicBezTo>
                    <a:pt x="1138396" y="0"/>
                    <a:pt x="1183774" y="45379"/>
                    <a:pt x="1183774" y="101356"/>
                  </a:cubicBezTo>
                  <a:lnTo>
                    <a:pt x="1183774" y="1973490"/>
                  </a:lnTo>
                  <a:cubicBezTo>
                    <a:pt x="1183774" y="2029467"/>
                    <a:pt x="1138396" y="2074846"/>
                    <a:pt x="1082418" y="2074846"/>
                  </a:cubicBezTo>
                  <a:lnTo>
                    <a:pt x="101356" y="2074846"/>
                  </a:lnTo>
                  <a:cubicBezTo>
                    <a:pt x="74475" y="2074846"/>
                    <a:pt x="48694" y="2064167"/>
                    <a:pt x="29686" y="2045160"/>
                  </a:cubicBezTo>
                  <a:cubicBezTo>
                    <a:pt x="10679" y="2026152"/>
                    <a:pt x="0" y="2000372"/>
                    <a:pt x="0" y="1973490"/>
                  </a:cubicBezTo>
                  <a:lnTo>
                    <a:pt x="0" y="101356"/>
                  </a:lnTo>
                  <a:cubicBezTo>
                    <a:pt x="0" y="45379"/>
                    <a:pt x="45379" y="0"/>
                    <a:pt x="101356" y="0"/>
                  </a:cubicBezTo>
                  <a:close/>
                </a:path>
              </a:pathLst>
            </a:custGeom>
            <a:ln w="19050" cap="rnd">
              <a:solidFill>
                <a:srgbClr val="00B58F"/>
              </a:solidFill>
              <a:prstDash val="solid"/>
              <a:round/>
            </a:ln>
          </p:spPr>
          <p:txBody>
            <a:bodyPr/>
            <a:lstStyle/>
            <a:p>
              <a:endParaRPr lang="en-GB"/>
            </a:p>
          </p:txBody>
        </p:sp>
        <p:sp>
          <p:nvSpPr>
            <p:cNvPr id="5" name="TextBox 5"/>
            <p:cNvSpPr txBox="1"/>
            <p:nvPr/>
          </p:nvSpPr>
          <p:spPr>
            <a:xfrm>
              <a:off x="0" y="-38100"/>
              <a:ext cx="1183774" cy="2112946"/>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3150242" y="9960324"/>
            <a:ext cx="9960587" cy="1142074"/>
            <a:chOff x="0" y="0"/>
            <a:chExt cx="2572779" cy="294993"/>
          </a:xfrm>
        </p:grpSpPr>
        <p:sp>
          <p:nvSpPr>
            <p:cNvPr id="7" name="Freeform 7"/>
            <p:cNvSpPr/>
            <p:nvPr/>
          </p:nvSpPr>
          <p:spPr>
            <a:xfrm>
              <a:off x="0" y="0"/>
              <a:ext cx="2572779" cy="294993"/>
            </a:xfrm>
            <a:custGeom>
              <a:avLst/>
              <a:gdLst/>
              <a:ahLst/>
              <a:cxnLst/>
              <a:rect l="l" t="t" r="r" b="b"/>
              <a:pathLst>
                <a:path w="2572779" h="294993">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txBody>
            <a:bodyPr/>
            <a:lstStyle/>
            <a:p>
              <a:endParaRPr lang="en-GB"/>
            </a:p>
          </p:txBody>
        </p:sp>
        <p:sp>
          <p:nvSpPr>
            <p:cNvPr id="8" name="TextBox 8"/>
            <p:cNvSpPr txBox="1"/>
            <p:nvPr/>
          </p:nvSpPr>
          <p:spPr>
            <a:xfrm>
              <a:off x="0" y="-38100"/>
              <a:ext cx="2572779" cy="33309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6835597" y="-784283"/>
            <a:ext cx="9960587" cy="1142074"/>
            <a:chOff x="0" y="0"/>
            <a:chExt cx="2572779" cy="294993"/>
          </a:xfrm>
        </p:grpSpPr>
        <p:sp>
          <p:nvSpPr>
            <p:cNvPr id="10" name="Freeform 10"/>
            <p:cNvSpPr/>
            <p:nvPr/>
          </p:nvSpPr>
          <p:spPr>
            <a:xfrm>
              <a:off x="0" y="0"/>
              <a:ext cx="2572779" cy="294993"/>
            </a:xfrm>
            <a:custGeom>
              <a:avLst/>
              <a:gdLst/>
              <a:ahLst/>
              <a:cxnLst/>
              <a:rect l="l" t="t" r="r" b="b"/>
              <a:pathLst>
                <a:path w="2572779" h="294993">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txBody>
            <a:bodyPr/>
            <a:lstStyle/>
            <a:p>
              <a:endParaRPr lang="en-GB"/>
            </a:p>
          </p:txBody>
        </p:sp>
        <p:sp>
          <p:nvSpPr>
            <p:cNvPr id="11" name="TextBox 11"/>
            <p:cNvSpPr txBox="1"/>
            <p:nvPr/>
          </p:nvSpPr>
          <p:spPr>
            <a:xfrm>
              <a:off x="0" y="-38100"/>
              <a:ext cx="2572779" cy="333093"/>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1028700" y="5884323"/>
            <a:ext cx="1602702" cy="1186033"/>
            <a:chOff x="0" y="0"/>
            <a:chExt cx="257783" cy="190765"/>
          </a:xfrm>
        </p:grpSpPr>
        <p:sp>
          <p:nvSpPr>
            <p:cNvPr id="13" name="Freeform 13"/>
            <p:cNvSpPr/>
            <p:nvPr/>
          </p:nvSpPr>
          <p:spPr>
            <a:xfrm>
              <a:off x="0" y="0"/>
              <a:ext cx="257783" cy="190765"/>
            </a:xfrm>
            <a:custGeom>
              <a:avLst/>
              <a:gdLst/>
              <a:ahLst/>
              <a:cxnLst/>
              <a:rect l="l" t="t" r="r" b="b"/>
              <a:pathLst>
                <a:path w="257783" h="190765">
                  <a:moveTo>
                    <a:pt x="48305" y="0"/>
                  </a:moveTo>
                  <a:lnTo>
                    <a:pt x="209478" y="0"/>
                  </a:lnTo>
                  <a:cubicBezTo>
                    <a:pt x="236156" y="0"/>
                    <a:pt x="257783" y="21627"/>
                    <a:pt x="257783" y="48305"/>
                  </a:cubicBezTo>
                  <a:lnTo>
                    <a:pt x="257783" y="142459"/>
                  </a:lnTo>
                  <a:cubicBezTo>
                    <a:pt x="257783" y="155271"/>
                    <a:pt x="252694" y="167557"/>
                    <a:pt x="243635" y="176617"/>
                  </a:cubicBezTo>
                  <a:cubicBezTo>
                    <a:pt x="234576" y="185676"/>
                    <a:pt x="222289" y="190765"/>
                    <a:pt x="209478" y="190765"/>
                  </a:cubicBezTo>
                  <a:lnTo>
                    <a:pt x="48305" y="190765"/>
                  </a:lnTo>
                  <a:cubicBezTo>
                    <a:pt x="21627" y="190765"/>
                    <a:pt x="0" y="169138"/>
                    <a:pt x="0" y="142459"/>
                  </a:cubicBezTo>
                  <a:lnTo>
                    <a:pt x="0" y="48305"/>
                  </a:lnTo>
                  <a:cubicBezTo>
                    <a:pt x="0" y="21627"/>
                    <a:pt x="21627" y="0"/>
                    <a:pt x="48305" y="0"/>
                  </a:cubicBezTo>
                  <a:close/>
                </a:path>
              </a:pathLst>
            </a:custGeom>
            <a:ln w="19050" cap="sq">
              <a:solidFill>
                <a:srgbClr val="00B58F"/>
              </a:solidFill>
              <a:prstDash val="solid"/>
              <a:miter/>
            </a:ln>
          </p:spPr>
          <p:txBody>
            <a:bodyPr/>
            <a:lstStyle/>
            <a:p>
              <a:endParaRPr lang="en-GB"/>
            </a:p>
          </p:txBody>
        </p:sp>
        <p:sp>
          <p:nvSpPr>
            <p:cNvPr id="14" name="TextBox 14"/>
            <p:cNvSpPr txBox="1"/>
            <p:nvPr/>
          </p:nvSpPr>
          <p:spPr>
            <a:xfrm>
              <a:off x="0" y="-38100"/>
              <a:ext cx="257783" cy="228865"/>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1028700" y="8250222"/>
            <a:ext cx="2427693" cy="738552"/>
            <a:chOff x="0" y="0"/>
            <a:chExt cx="627063" cy="190765"/>
          </a:xfrm>
        </p:grpSpPr>
        <p:sp>
          <p:nvSpPr>
            <p:cNvPr id="16" name="Freeform 16"/>
            <p:cNvSpPr/>
            <p:nvPr/>
          </p:nvSpPr>
          <p:spPr>
            <a:xfrm>
              <a:off x="0" y="0"/>
              <a:ext cx="627063" cy="190765"/>
            </a:xfrm>
            <a:custGeom>
              <a:avLst/>
              <a:gdLst/>
              <a:ahLst/>
              <a:cxnLst/>
              <a:rect l="l" t="t" r="r" b="b"/>
              <a:pathLst>
                <a:path w="627063" h="190765">
                  <a:moveTo>
                    <a:pt x="31890" y="0"/>
                  </a:moveTo>
                  <a:lnTo>
                    <a:pt x="595173" y="0"/>
                  </a:lnTo>
                  <a:cubicBezTo>
                    <a:pt x="612786" y="0"/>
                    <a:pt x="627063" y="14278"/>
                    <a:pt x="627063" y="31890"/>
                  </a:cubicBezTo>
                  <a:lnTo>
                    <a:pt x="627063" y="158875"/>
                  </a:lnTo>
                  <a:cubicBezTo>
                    <a:pt x="627063" y="167333"/>
                    <a:pt x="623703" y="175444"/>
                    <a:pt x="617723" y="181424"/>
                  </a:cubicBezTo>
                  <a:cubicBezTo>
                    <a:pt x="611742" y="187405"/>
                    <a:pt x="603631" y="190765"/>
                    <a:pt x="595173" y="190765"/>
                  </a:cubicBezTo>
                  <a:lnTo>
                    <a:pt x="31890" y="190765"/>
                  </a:lnTo>
                  <a:cubicBezTo>
                    <a:pt x="14278" y="190765"/>
                    <a:pt x="0" y="176487"/>
                    <a:pt x="0" y="158875"/>
                  </a:cubicBezTo>
                  <a:lnTo>
                    <a:pt x="0" y="31890"/>
                  </a:lnTo>
                  <a:cubicBezTo>
                    <a:pt x="0" y="14278"/>
                    <a:pt x="14278" y="0"/>
                    <a:pt x="31890" y="0"/>
                  </a:cubicBezTo>
                  <a:close/>
                </a:path>
              </a:pathLst>
            </a:custGeom>
            <a:solidFill>
              <a:srgbClr val="00B58F"/>
            </a:solidFill>
            <a:ln cap="sq">
              <a:noFill/>
              <a:prstDash val="solid"/>
              <a:miter/>
            </a:ln>
          </p:spPr>
          <p:txBody>
            <a:bodyPr/>
            <a:lstStyle/>
            <a:p>
              <a:endParaRPr lang="en-GB"/>
            </a:p>
          </p:txBody>
        </p:sp>
        <p:sp>
          <p:nvSpPr>
            <p:cNvPr id="17" name="TextBox 17"/>
            <p:cNvSpPr txBox="1"/>
            <p:nvPr/>
          </p:nvSpPr>
          <p:spPr>
            <a:xfrm>
              <a:off x="0" y="-38100"/>
              <a:ext cx="627063" cy="228865"/>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3643998" y="8250222"/>
            <a:ext cx="2427693" cy="738552"/>
            <a:chOff x="0" y="0"/>
            <a:chExt cx="627063" cy="190765"/>
          </a:xfrm>
        </p:grpSpPr>
        <p:sp>
          <p:nvSpPr>
            <p:cNvPr id="19" name="Freeform 19"/>
            <p:cNvSpPr/>
            <p:nvPr/>
          </p:nvSpPr>
          <p:spPr>
            <a:xfrm>
              <a:off x="0" y="0"/>
              <a:ext cx="627063" cy="190765"/>
            </a:xfrm>
            <a:custGeom>
              <a:avLst/>
              <a:gdLst/>
              <a:ahLst/>
              <a:cxnLst/>
              <a:rect l="l" t="t" r="r" b="b"/>
              <a:pathLst>
                <a:path w="627063" h="190765">
                  <a:moveTo>
                    <a:pt x="31890" y="0"/>
                  </a:moveTo>
                  <a:lnTo>
                    <a:pt x="595173" y="0"/>
                  </a:lnTo>
                  <a:cubicBezTo>
                    <a:pt x="612786" y="0"/>
                    <a:pt x="627063" y="14278"/>
                    <a:pt x="627063" y="31890"/>
                  </a:cubicBezTo>
                  <a:lnTo>
                    <a:pt x="627063" y="158875"/>
                  </a:lnTo>
                  <a:cubicBezTo>
                    <a:pt x="627063" y="167333"/>
                    <a:pt x="623703" y="175444"/>
                    <a:pt x="617723" y="181424"/>
                  </a:cubicBezTo>
                  <a:cubicBezTo>
                    <a:pt x="611742" y="187405"/>
                    <a:pt x="603631" y="190765"/>
                    <a:pt x="595173" y="190765"/>
                  </a:cubicBezTo>
                  <a:lnTo>
                    <a:pt x="31890" y="190765"/>
                  </a:lnTo>
                  <a:cubicBezTo>
                    <a:pt x="14278" y="190765"/>
                    <a:pt x="0" y="176487"/>
                    <a:pt x="0" y="158875"/>
                  </a:cubicBezTo>
                  <a:lnTo>
                    <a:pt x="0" y="31890"/>
                  </a:lnTo>
                  <a:cubicBezTo>
                    <a:pt x="0" y="14278"/>
                    <a:pt x="14278" y="0"/>
                    <a:pt x="31890" y="0"/>
                  </a:cubicBezTo>
                  <a:close/>
                </a:path>
              </a:pathLst>
            </a:custGeom>
            <a:solidFill>
              <a:srgbClr val="0B132B"/>
            </a:solidFill>
            <a:ln cap="sq">
              <a:noFill/>
              <a:prstDash val="solid"/>
              <a:miter/>
            </a:ln>
          </p:spPr>
          <p:txBody>
            <a:bodyPr/>
            <a:lstStyle/>
            <a:p>
              <a:endParaRPr lang="en-GB"/>
            </a:p>
          </p:txBody>
        </p:sp>
        <p:sp>
          <p:nvSpPr>
            <p:cNvPr id="20" name="TextBox 20"/>
            <p:cNvSpPr txBox="1"/>
            <p:nvPr/>
          </p:nvSpPr>
          <p:spPr>
            <a:xfrm>
              <a:off x="0" y="-38100"/>
              <a:ext cx="627063" cy="228865"/>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2139361" y="1028700"/>
            <a:ext cx="5329489" cy="8229600"/>
            <a:chOff x="0" y="0"/>
            <a:chExt cx="4112260" cy="6350000"/>
          </a:xfrm>
        </p:grpSpPr>
        <p:sp>
          <p:nvSpPr>
            <p:cNvPr id="22" name="Freeform 22"/>
            <p:cNvSpPr/>
            <p:nvPr/>
          </p:nvSpPr>
          <p:spPr>
            <a:xfrm>
              <a:off x="0" y="0"/>
              <a:ext cx="4112260" cy="6350000"/>
            </a:xfrm>
            <a:custGeom>
              <a:avLst/>
              <a:gdLst/>
              <a:ahLst/>
              <a:cxnLst/>
              <a:rect l="l" t="t" r="r" b="b"/>
              <a:pathLst>
                <a:path w="4112260" h="6350000">
                  <a:moveTo>
                    <a:pt x="4112260" y="623570"/>
                  </a:moveTo>
                  <a:lnTo>
                    <a:pt x="4112260" y="2641600"/>
                  </a:lnTo>
                  <a:cubicBezTo>
                    <a:pt x="4112260" y="2821940"/>
                    <a:pt x="4033520" y="2993390"/>
                    <a:pt x="3897630" y="3112770"/>
                  </a:cubicBezTo>
                  <a:cubicBezTo>
                    <a:pt x="3761740" y="3230880"/>
                    <a:pt x="3683000" y="3402330"/>
                    <a:pt x="3683000" y="3583940"/>
                  </a:cubicBezTo>
                  <a:lnTo>
                    <a:pt x="3683000" y="5726430"/>
                  </a:lnTo>
                  <a:cubicBezTo>
                    <a:pt x="3683000" y="6070600"/>
                    <a:pt x="3403600" y="6350000"/>
                    <a:pt x="3059430" y="6350000"/>
                  </a:cubicBezTo>
                  <a:lnTo>
                    <a:pt x="623570" y="6350000"/>
                  </a:lnTo>
                  <a:cubicBezTo>
                    <a:pt x="279400" y="6350000"/>
                    <a:pt x="0" y="6070600"/>
                    <a:pt x="0" y="5726430"/>
                  </a:cubicBezTo>
                  <a:lnTo>
                    <a:pt x="0" y="623570"/>
                  </a:lnTo>
                  <a:cubicBezTo>
                    <a:pt x="0" y="279400"/>
                    <a:pt x="279400" y="0"/>
                    <a:pt x="623570" y="0"/>
                  </a:cubicBezTo>
                  <a:lnTo>
                    <a:pt x="3489960" y="0"/>
                  </a:lnTo>
                  <a:cubicBezTo>
                    <a:pt x="3834130" y="0"/>
                    <a:pt x="4112260" y="279400"/>
                    <a:pt x="4112260" y="623570"/>
                  </a:cubicBezTo>
                  <a:close/>
                </a:path>
              </a:pathLst>
            </a:custGeom>
            <a:blipFill>
              <a:blip r:embed="rId3"/>
              <a:stretch>
                <a:fillRect l="-103053" t="-10822" r="-53798"/>
              </a:stretch>
            </a:blipFill>
          </p:spPr>
          <p:txBody>
            <a:bodyPr/>
            <a:lstStyle/>
            <a:p>
              <a:endParaRPr lang="en-GB"/>
            </a:p>
          </p:txBody>
        </p:sp>
      </p:grpSp>
      <p:grpSp>
        <p:nvGrpSpPr>
          <p:cNvPr id="23" name="Group 23"/>
          <p:cNvGrpSpPr/>
          <p:nvPr/>
        </p:nvGrpSpPr>
        <p:grpSpPr>
          <a:xfrm rot="5400000">
            <a:off x="15570345" y="6689578"/>
            <a:ext cx="3444583" cy="352427"/>
            <a:chOff x="0" y="0"/>
            <a:chExt cx="2588106" cy="264798"/>
          </a:xfrm>
        </p:grpSpPr>
        <p:sp>
          <p:nvSpPr>
            <p:cNvPr id="24" name="Freeform 24"/>
            <p:cNvSpPr/>
            <p:nvPr/>
          </p:nvSpPr>
          <p:spPr>
            <a:xfrm>
              <a:off x="34177" y="0"/>
              <a:ext cx="2519753" cy="264798"/>
            </a:xfrm>
            <a:custGeom>
              <a:avLst/>
              <a:gdLst/>
              <a:ahLst/>
              <a:cxnLst/>
              <a:rect l="l" t="t" r="r" b="b"/>
              <a:pathLst>
                <a:path w="2519753" h="264798">
                  <a:moveTo>
                    <a:pt x="2283303" y="0"/>
                  </a:moveTo>
                  <a:lnTo>
                    <a:pt x="33250" y="0"/>
                  </a:lnTo>
                  <a:cubicBezTo>
                    <a:pt x="20590" y="0"/>
                    <a:pt x="9028" y="7190"/>
                    <a:pt x="3429" y="18544"/>
                  </a:cubicBezTo>
                  <a:cubicBezTo>
                    <a:pt x="-2171" y="29899"/>
                    <a:pt x="-836" y="43448"/>
                    <a:pt x="6872" y="53492"/>
                  </a:cubicBezTo>
                  <a:lnTo>
                    <a:pt x="127974" y="211306"/>
                  </a:lnTo>
                  <a:cubicBezTo>
                    <a:pt x="153852" y="245029"/>
                    <a:pt x="193942" y="264798"/>
                    <a:pt x="236450" y="264798"/>
                  </a:cubicBezTo>
                  <a:lnTo>
                    <a:pt x="2486503" y="264798"/>
                  </a:lnTo>
                  <a:cubicBezTo>
                    <a:pt x="2499163" y="264798"/>
                    <a:pt x="2510725" y="257608"/>
                    <a:pt x="2516324" y="246254"/>
                  </a:cubicBezTo>
                  <a:cubicBezTo>
                    <a:pt x="2521923" y="234899"/>
                    <a:pt x="2520588" y="221350"/>
                    <a:pt x="2512881" y="211306"/>
                  </a:cubicBezTo>
                  <a:lnTo>
                    <a:pt x="2391778" y="53492"/>
                  </a:lnTo>
                  <a:cubicBezTo>
                    <a:pt x="2365900" y="19769"/>
                    <a:pt x="2325810" y="0"/>
                    <a:pt x="2283303" y="0"/>
                  </a:cubicBezTo>
                  <a:close/>
                </a:path>
              </a:pathLst>
            </a:custGeom>
            <a:solidFill>
              <a:srgbClr val="00B58F"/>
            </a:solidFill>
          </p:spPr>
          <p:txBody>
            <a:bodyPr/>
            <a:lstStyle/>
            <a:p>
              <a:endParaRPr lang="en-GB"/>
            </a:p>
          </p:txBody>
        </p:sp>
        <p:sp>
          <p:nvSpPr>
            <p:cNvPr id="25" name="TextBox 25"/>
            <p:cNvSpPr txBox="1"/>
            <p:nvPr/>
          </p:nvSpPr>
          <p:spPr>
            <a:xfrm>
              <a:off x="101600" y="-38100"/>
              <a:ext cx="2384906" cy="302898"/>
            </a:xfrm>
            <a:prstGeom prst="rect">
              <a:avLst/>
            </a:prstGeom>
          </p:spPr>
          <p:txBody>
            <a:bodyPr lIns="50800" tIns="50800" rIns="50800" bIns="50800" rtlCol="0" anchor="ctr"/>
            <a:lstStyle/>
            <a:p>
              <a:pPr algn="ctr">
                <a:lnSpc>
                  <a:spcPts val="2659"/>
                </a:lnSpc>
              </a:pPr>
              <a:endParaRPr/>
            </a:p>
          </p:txBody>
        </p:sp>
      </p:grpSp>
      <p:sp>
        <p:nvSpPr>
          <p:cNvPr id="26" name="Freeform 26"/>
          <p:cNvSpPr/>
          <p:nvPr/>
        </p:nvSpPr>
        <p:spPr>
          <a:xfrm>
            <a:off x="1028700" y="1493108"/>
            <a:ext cx="268503" cy="213826"/>
          </a:xfrm>
          <a:custGeom>
            <a:avLst/>
            <a:gdLst/>
            <a:ahLst/>
            <a:cxnLst/>
            <a:rect l="l" t="t" r="r" b="b"/>
            <a:pathLst>
              <a:path w="268503" h="213826">
                <a:moveTo>
                  <a:pt x="0" y="0"/>
                </a:moveTo>
                <a:lnTo>
                  <a:pt x="268503" y="0"/>
                </a:lnTo>
                <a:lnTo>
                  <a:pt x="268503" y="213826"/>
                </a:lnTo>
                <a:lnTo>
                  <a:pt x="0" y="21382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a:p>
        </p:txBody>
      </p:sp>
      <p:grpSp>
        <p:nvGrpSpPr>
          <p:cNvPr id="27" name="Group 27"/>
          <p:cNvGrpSpPr/>
          <p:nvPr/>
        </p:nvGrpSpPr>
        <p:grpSpPr>
          <a:xfrm>
            <a:off x="1164659" y="6013197"/>
            <a:ext cx="1745058" cy="1295011"/>
            <a:chOff x="0" y="0"/>
            <a:chExt cx="1095267" cy="812800"/>
          </a:xfrm>
        </p:grpSpPr>
        <p:sp>
          <p:nvSpPr>
            <p:cNvPr id="28" name="Freeform 28"/>
            <p:cNvSpPr/>
            <p:nvPr/>
          </p:nvSpPr>
          <p:spPr>
            <a:xfrm>
              <a:off x="0" y="0"/>
              <a:ext cx="1095267" cy="812800"/>
            </a:xfrm>
            <a:custGeom>
              <a:avLst/>
              <a:gdLst/>
              <a:ahLst/>
              <a:cxnLst/>
              <a:rect l="l" t="t" r="r" b="b"/>
              <a:pathLst>
                <a:path w="1095267" h="812800">
                  <a:moveTo>
                    <a:pt x="102039" y="0"/>
                  </a:moveTo>
                  <a:lnTo>
                    <a:pt x="993228" y="0"/>
                  </a:lnTo>
                  <a:cubicBezTo>
                    <a:pt x="1049583" y="0"/>
                    <a:pt x="1095267" y="45684"/>
                    <a:pt x="1095267" y="102039"/>
                  </a:cubicBezTo>
                  <a:lnTo>
                    <a:pt x="1095267" y="710761"/>
                  </a:lnTo>
                  <a:cubicBezTo>
                    <a:pt x="1095267" y="767116"/>
                    <a:pt x="1049583" y="812800"/>
                    <a:pt x="993228" y="812800"/>
                  </a:cubicBezTo>
                  <a:lnTo>
                    <a:pt x="102039" y="812800"/>
                  </a:lnTo>
                  <a:cubicBezTo>
                    <a:pt x="45684" y="812800"/>
                    <a:pt x="0" y="767116"/>
                    <a:pt x="0" y="710761"/>
                  </a:cubicBezTo>
                  <a:lnTo>
                    <a:pt x="0" y="102039"/>
                  </a:lnTo>
                  <a:cubicBezTo>
                    <a:pt x="0" y="45684"/>
                    <a:pt x="45684" y="0"/>
                    <a:pt x="102039" y="0"/>
                  </a:cubicBezTo>
                  <a:close/>
                </a:path>
              </a:pathLst>
            </a:custGeom>
            <a:blipFill>
              <a:blip r:embed="rId5"/>
              <a:stretch>
                <a:fillRect l="-73351" t="-15670" r="-54987" b="-89329"/>
              </a:stretch>
            </a:blipFill>
          </p:spPr>
          <p:txBody>
            <a:bodyPr/>
            <a:lstStyle/>
            <a:p>
              <a:endParaRPr lang="en-GB"/>
            </a:p>
          </p:txBody>
        </p:sp>
      </p:grpSp>
      <p:sp>
        <p:nvSpPr>
          <p:cNvPr id="29" name="Freeform 29"/>
          <p:cNvSpPr/>
          <p:nvPr/>
        </p:nvSpPr>
        <p:spPr>
          <a:xfrm>
            <a:off x="9980785" y="3526008"/>
            <a:ext cx="3901567" cy="6292851"/>
          </a:xfrm>
          <a:custGeom>
            <a:avLst/>
            <a:gdLst/>
            <a:ahLst/>
            <a:cxnLst/>
            <a:rect l="l" t="t" r="r" b="b"/>
            <a:pathLst>
              <a:path w="3901567" h="6292851">
                <a:moveTo>
                  <a:pt x="0" y="0"/>
                </a:moveTo>
                <a:lnTo>
                  <a:pt x="3901568" y="0"/>
                </a:lnTo>
                <a:lnTo>
                  <a:pt x="3901568" y="6292851"/>
                </a:lnTo>
                <a:lnTo>
                  <a:pt x="0" y="6292851"/>
                </a:lnTo>
                <a:lnTo>
                  <a:pt x="0" y="0"/>
                </a:lnTo>
                <a:close/>
              </a:path>
            </a:pathLst>
          </a:custGeom>
          <a:blipFill>
            <a:blip r:embed="rId6"/>
            <a:stretch>
              <a:fillRect/>
            </a:stretch>
          </a:blipFill>
        </p:spPr>
        <p:txBody>
          <a:bodyPr/>
          <a:lstStyle/>
          <a:p>
            <a:endParaRPr lang="en-GB"/>
          </a:p>
        </p:txBody>
      </p:sp>
      <p:grpSp>
        <p:nvGrpSpPr>
          <p:cNvPr id="30" name="Group 30"/>
          <p:cNvGrpSpPr/>
          <p:nvPr/>
        </p:nvGrpSpPr>
        <p:grpSpPr>
          <a:xfrm>
            <a:off x="10585209" y="3704870"/>
            <a:ext cx="2682192" cy="5790829"/>
            <a:chOff x="0" y="0"/>
            <a:chExt cx="692799" cy="1495748"/>
          </a:xfrm>
        </p:grpSpPr>
        <p:sp>
          <p:nvSpPr>
            <p:cNvPr id="31" name="Freeform 31"/>
            <p:cNvSpPr/>
            <p:nvPr/>
          </p:nvSpPr>
          <p:spPr>
            <a:xfrm>
              <a:off x="0" y="0"/>
              <a:ext cx="692799" cy="1495748"/>
            </a:xfrm>
            <a:custGeom>
              <a:avLst/>
              <a:gdLst/>
              <a:ahLst/>
              <a:cxnLst/>
              <a:rect l="l" t="t" r="r" b="b"/>
              <a:pathLst>
                <a:path w="692799" h="1495748">
                  <a:moveTo>
                    <a:pt x="72160" y="0"/>
                  </a:moveTo>
                  <a:lnTo>
                    <a:pt x="620639" y="0"/>
                  </a:lnTo>
                  <a:cubicBezTo>
                    <a:pt x="660492" y="0"/>
                    <a:pt x="692799" y="32307"/>
                    <a:pt x="692799" y="72160"/>
                  </a:cubicBezTo>
                  <a:lnTo>
                    <a:pt x="692799" y="1423587"/>
                  </a:lnTo>
                  <a:cubicBezTo>
                    <a:pt x="692799" y="1463440"/>
                    <a:pt x="660492" y="1495748"/>
                    <a:pt x="620639" y="1495748"/>
                  </a:cubicBezTo>
                  <a:lnTo>
                    <a:pt x="72160" y="1495748"/>
                  </a:lnTo>
                  <a:cubicBezTo>
                    <a:pt x="32307" y="1495748"/>
                    <a:pt x="0" y="1463440"/>
                    <a:pt x="0" y="1423587"/>
                  </a:cubicBezTo>
                  <a:lnTo>
                    <a:pt x="0" y="72160"/>
                  </a:lnTo>
                  <a:cubicBezTo>
                    <a:pt x="0" y="32307"/>
                    <a:pt x="32307" y="0"/>
                    <a:pt x="72160" y="0"/>
                  </a:cubicBezTo>
                  <a:close/>
                </a:path>
              </a:pathLst>
            </a:custGeom>
            <a:solidFill>
              <a:srgbClr val="00B58F"/>
            </a:solidFill>
          </p:spPr>
          <p:txBody>
            <a:bodyPr/>
            <a:lstStyle/>
            <a:p>
              <a:endParaRPr lang="en-GB"/>
            </a:p>
          </p:txBody>
        </p:sp>
        <p:sp>
          <p:nvSpPr>
            <p:cNvPr id="32" name="TextBox 32"/>
            <p:cNvSpPr txBox="1"/>
            <p:nvPr/>
          </p:nvSpPr>
          <p:spPr>
            <a:xfrm>
              <a:off x="0" y="-38100"/>
              <a:ext cx="692799" cy="1533848"/>
            </a:xfrm>
            <a:prstGeom prst="rect">
              <a:avLst/>
            </a:prstGeom>
          </p:spPr>
          <p:txBody>
            <a:bodyPr lIns="50800" tIns="50800" rIns="50800" bIns="50800" rtlCol="0" anchor="ctr"/>
            <a:lstStyle/>
            <a:p>
              <a:pPr algn="ctr">
                <a:lnSpc>
                  <a:spcPts val="2659"/>
                </a:lnSpc>
                <a:spcBef>
                  <a:spcPct val="0"/>
                </a:spcBef>
              </a:pPr>
              <a:endParaRPr/>
            </a:p>
          </p:txBody>
        </p:sp>
      </p:grpSp>
      <p:sp>
        <p:nvSpPr>
          <p:cNvPr id="33" name="Freeform 33"/>
          <p:cNvSpPr/>
          <p:nvPr/>
        </p:nvSpPr>
        <p:spPr>
          <a:xfrm>
            <a:off x="11179047" y="4517911"/>
            <a:ext cx="1494516" cy="1190178"/>
          </a:xfrm>
          <a:custGeom>
            <a:avLst/>
            <a:gdLst/>
            <a:ahLst/>
            <a:cxnLst/>
            <a:rect l="l" t="t" r="r" b="b"/>
            <a:pathLst>
              <a:path w="1494516" h="1190178">
                <a:moveTo>
                  <a:pt x="0" y="0"/>
                </a:moveTo>
                <a:lnTo>
                  <a:pt x="1494517" y="0"/>
                </a:lnTo>
                <a:lnTo>
                  <a:pt x="1494517" y="1190179"/>
                </a:lnTo>
                <a:lnTo>
                  <a:pt x="0" y="119017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a:p>
        </p:txBody>
      </p:sp>
      <p:grpSp>
        <p:nvGrpSpPr>
          <p:cNvPr id="34" name="Group 34"/>
          <p:cNvGrpSpPr/>
          <p:nvPr/>
        </p:nvGrpSpPr>
        <p:grpSpPr>
          <a:xfrm>
            <a:off x="10789445" y="6940961"/>
            <a:ext cx="2284248" cy="663414"/>
            <a:chOff x="0" y="0"/>
            <a:chExt cx="590012" cy="171357"/>
          </a:xfrm>
        </p:grpSpPr>
        <p:sp>
          <p:nvSpPr>
            <p:cNvPr id="35" name="Freeform 35"/>
            <p:cNvSpPr/>
            <p:nvPr/>
          </p:nvSpPr>
          <p:spPr>
            <a:xfrm>
              <a:off x="0" y="0"/>
              <a:ext cx="590012" cy="171357"/>
            </a:xfrm>
            <a:custGeom>
              <a:avLst/>
              <a:gdLst/>
              <a:ahLst/>
              <a:cxnLst/>
              <a:rect l="l" t="t" r="r" b="b"/>
              <a:pathLst>
                <a:path w="590012" h="171357">
                  <a:moveTo>
                    <a:pt x="33893" y="0"/>
                  </a:moveTo>
                  <a:lnTo>
                    <a:pt x="556119" y="0"/>
                  </a:lnTo>
                  <a:cubicBezTo>
                    <a:pt x="565108" y="0"/>
                    <a:pt x="573729" y="3571"/>
                    <a:pt x="580085" y="9927"/>
                  </a:cubicBezTo>
                  <a:cubicBezTo>
                    <a:pt x="586441" y="16283"/>
                    <a:pt x="590012" y="24904"/>
                    <a:pt x="590012" y="33893"/>
                  </a:cubicBezTo>
                  <a:lnTo>
                    <a:pt x="590012" y="137464"/>
                  </a:lnTo>
                  <a:cubicBezTo>
                    <a:pt x="590012" y="146453"/>
                    <a:pt x="586441" y="155074"/>
                    <a:pt x="580085" y="161430"/>
                  </a:cubicBezTo>
                  <a:cubicBezTo>
                    <a:pt x="573729" y="167786"/>
                    <a:pt x="565108" y="171357"/>
                    <a:pt x="556119" y="171357"/>
                  </a:cubicBezTo>
                  <a:lnTo>
                    <a:pt x="33893" y="171357"/>
                  </a:lnTo>
                  <a:cubicBezTo>
                    <a:pt x="24904" y="171357"/>
                    <a:pt x="16283" y="167786"/>
                    <a:pt x="9927" y="161430"/>
                  </a:cubicBezTo>
                  <a:cubicBezTo>
                    <a:pt x="3571" y="155074"/>
                    <a:pt x="0" y="146453"/>
                    <a:pt x="0" y="137464"/>
                  </a:cubicBezTo>
                  <a:lnTo>
                    <a:pt x="0" y="33893"/>
                  </a:lnTo>
                  <a:cubicBezTo>
                    <a:pt x="0" y="24904"/>
                    <a:pt x="3571" y="16283"/>
                    <a:pt x="9927" y="9927"/>
                  </a:cubicBezTo>
                  <a:cubicBezTo>
                    <a:pt x="16283" y="3571"/>
                    <a:pt x="24904" y="0"/>
                    <a:pt x="33893" y="0"/>
                  </a:cubicBezTo>
                  <a:close/>
                </a:path>
              </a:pathLst>
            </a:custGeom>
            <a:solidFill>
              <a:srgbClr val="FFFFFF"/>
            </a:solidFill>
            <a:ln cap="sq">
              <a:noFill/>
              <a:prstDash val="solid"/>
              <a:miter/>
            </a:ln>
          </p:spPr>
          <p:txBody>
            <a:bodyPr/>
            <a:lstStyle/>
            <a:p>
              <a:endParaRPr lang="en-GB"/>
            </a:p>
          </p:txBody>
        </p:sp>
        <p:sp>
          <p:nvSpPr>
            <p:cNvPr id="36" name="TextBox 36"/>
            <p:cNvSpPr txBox="1"/>
            <p:nvPr/>
          </p:nvSpPr>
          <p:spPr>
            <a:xfrm>
              <a:off x="0" y="-38100"/>
              <a:ext cx="590012" cy="209457"/>
            </a:xfrm>
            <a:prstGeom prst="rect">
              <a:avLst/>
            </a:prstGeom>
          </p:spPr>
          <p:txBody>
            <a:bodyPr lIns="50800" tIns="50800" rIns="50800" bIns="50800" rtlCol="0" anchor="ctr"/>
            <a:lstStyle/>
            <a:p>
              <a:pPr algn="ctr">
                <a:lnSpc>
                  <a:spcPts val="2659"/>
                </a:lnSpc>
                <a:spcBef>
                  <a:spcPct val="0"/>
                </a:spcBef>
              </a:pPr>
              <a:endParaRPr/>
            </a:p>
          </p:txBody>
        </p:sp>
      </p:grpSp>
      <p:grpSp>
        <p:nvGrpSpPr>
          <p:cNvPr id="37" name="Group 37"/>
          <p:cNvGrpSpPr/>
          <p:nvPr/>
        </p:nvGrpSpPr>
        <p:grpSpPr>
          <a:xfrm>
            <a:off x="10789445" y="7760377"/>
            <a:ext cx="2284248" cy="663414"/>
            <a:chOff x="0" y="0"/>
            <a:chExt cx="590012" cy="171357"/>
          </a:xfrm>
        </p:grpSpPr>
        <p:sp>
          <p:nvSpPr>
            <p:cNvPr id="38" name="Freeform 38"/>
            <p:cNvSpPr/>
            <p:nvPr/>
          </p:nvSpPr>
          <p:spPr>
            <a:xfrm>
              <a:off x="0" y="0"/>
              <a:ext cx="590012" cy="171357"/>
            </a:xfrm>
            <a:custGeom>
              <a:avLst/>
              <a:gdLst/>
              <a:ahLst/>
              <a:cxnLst/>
              <a:rect l="l" t="t" r="r" b="b"/>
              <a:pathLst>
                <a:path w="590012" h="171357">
                  <a:moveTo>
                    <a:pt x="33893" y="0"/>
                  </a:moveTo>
                  <a:lnTo>
                    <a:pt x="556119" y="0"/>
                  </a:lnTo>
                  <a:cubicBezTo>
                    <a:pt x="565108" y="0"/>
                    <a:pt x="573729" y="3571"/>
                    <a:pt x="580085" y="9927"/>
                  </a:cubicBezTo>
                  <a:cubicBezTo>
                    <a:pt x="586441" y="16283"/>
                    <a:pt x="590012" y="24904"/>
                    <a:pt x="590012" y="33893"/>
                  </a:cubicBezTo>
                  <a:lnTo>
                    <a:pt x="590012" y="137464"/>
                  </a:lnTo>
                  <a:cubicBezTo>
                    <a:pt x="590012" y="146453"/>
                    <a:pt x="586441" y="155074"/>
                    <a:pt x="580085" y="161430"/>
                  </a:cubicBezTo>
                  <a:cubicBezTo>
                    <a:pt x="573729" y="167786"/>
                    <a:pt x="565108" y="171357"/>
                    <a:pt x="556119" y="171357"/>
                  </a:cubicBezTo>
                  <a:lnTo>
                    <a:pt x="33893" y="171357"/>
                  </a:lnTo>
                  <a:cubicBezTo>
                    <a:pt x="24904" y="171357"/>
                    <a:pt x="16283" y="167786"/>
                    <a:pt x="9927" y="161430"/>
                  </a:cubicBezTo>
                  <a:cubicBezTo>
                    <a:pt x="3571" y="155074"/>
                    <a:pt x="0" y="146453"/>
                    <a:pt x="0" y="137464"/>
                  </a:cubicBezTo>
                  <a:lnTo>
                    <a:pt x="0" y="33893"/>
                  </a:lnTo>
                  <a:cubicBezTo>
                    <a:pt x="0" y="24904"/>
                    <a:pt x="3571" y="16283"/>
                    <a:pt x="9927" y="9927"/>
                  </a:cubicBezTo>
                  <a:cubicBezTo>
                    <a:pt x="16283" y="3571"/>
                    <a:pt x="24904" y="0"/>
                    <a:pt x="33893" y="0"/>
                  </a:cubicBezTo>
                  <a:close/>
                </a:path>
              </a:pathLst>
            </a:custGeom>
            <a:solidFill>
              <a:srgbClr val="FFFFFF"/>
            </a:solidFill>
            <a:ln cap="sq">
              <a:noFill/>
              <a:prstDash val="solid"/>
              <a:miter/>
            </a:ln>
          </p:spPr>
          <p:txBody>
            <a:bodyPr/>
            <a:lstStyle/>
            <a:p>
              <a:endParaRPr lang="en-GB"/>
            </a:p>
          </p:txBody>
        </p:sp>
        <p:sp>
          <p:nvSpPr>
            <p:cNvPr id="39" name="TextBox 39"/>
            <p:cNvSpPr txBox="1"/>
            <p:nvPr/>
          </p:nvSpPr>
          <p:spPr>
            <a:xfrm>
              <a:off x="0" y="-38100"/>
              <a:ext cx="590012" cy="209457"/>
            </a:xfrm>
            <a:prstGeom prst="rect">
              <a:avLst/>
            </a:prstGeom>
          </p:spPr>
          <p:txBody>
            <a:bodyPr lIns="50800" tIns="50800" rIns="50800" bIns="50800" rtlCol="0" anchor="ctr"/>
            <a:lstStyle/>
            <a:p>
              <a:pPr algn="ctr">
                <a:lnSpc>
                  <a:spcPts val="2659"/>
                </a:lnSpc>
                <a:spcBef>
                  <a:spcPct val="0"/>
                </a:spcBef>
              </a:pPr>
              <a:endParaRPr/>
            </a:p>
          </p:txBody>
        </p:sp>
      </p:grpSp>
      <p:grpSp>
        <p:nvGrpSpPr>
          <p:cNvPr id="40" name="Group 40"/>
          <p:cNvGrpSpPr/>
          <p:nvPr/>
        </p:nvGrpSpPr>
        <p:grpSpPr>
          <a:xfrm>
            <a:off x="10789445" y="8579794"/>
            <a:ext cx="2284248" cy="663414"/>
            <a:chOff x="0" y="0"/>
            <a:chExt cx="590012" cy="171357"/>
          </a:xfrm>
        </p:grpSpPr>
        <p:sp>
          <p:nvSpPr>
            <p:cNvPr id="41" name="Freeform 41"/>
            <p:cNvSpPr/>
            <p:nvPr/>
          </p:nvSpPr>
          <p:spPr>
            <a:xfrm>
              <a:off x="0" y="0"/>
              <a:ext cx="590012" cy="171357"/>
            </a:xfrm>
            <a:custGeom>
              <a:avLst/>
              <a:gdLst/>
              <a:ahLst/>
              <a:cxnLst/>
              <a:rect l="l" t="t" r="r" b="b"/>
              <a:pathLst>
                <a:path w="590012" h="171357">
                  <a:moveTo>
                    <a:pt x="33893" y="0"/>
                  </a:moveTo>
                  <a:lnTo>
                    <a:pt x="556119" y="0"/>
                  </a:lnTo>
                  <a:cubicBezTo>
                    <a:pt x="565108" y="0"/>
                    <a:pt x="573729" y="3571"/>
                    <a:pt x="580085" y="9927"/>
                  </a:cubicBezTo>
                  <a:cubicBezTo>
                    <a:pt x="586441" y="16283"/>
                    <a:pt x="590012" y="24904"/>
                    <a:pt x="590012" y="33893"/>
                  </a:cubicBezTo>
                  <a:lnTo>
                    <a:pt x="590012" y="137464"/>
                  </a:lnTo>
                  <a:cubicBezTo>
                    <a:pt x="590012" y="146453"/>
                    <a:pt x="586441" y="155074"/>
                    <a:pt x="580085" y="161430"/>
                  </a:cubicBezTo>
                  <a:cubicBezTo>
                    <a:pt x="573729" y="167786"/>
                    <a:pt x="565108" y="171357"/>
                    <a:pt x="556119" y="171357"/>
                  </a:cubicBezTo>
                  <a:lnTo>
                    <a:pt x="33893" y="171357"/>
                  </a:lnTo>
                  <a:cubicBezTo>
                    <a:pt x="24904" y="171357"/>
                    <a:pt x="16283" y="167786"/>
                    <a:pt x="9927" y="161430"/>
                  </a:cubicBezTo>
                  <a:cubicBezTo>
                    <a:pt x="3571" y="155074"/>
                    <a:pt x="0" y="146453"/>
                    <a:pt x="0" y="137464"/>
                  </a:cubicBezTo>
                  <a:lnTo>
                    <a:pt x="0" y="33893"/>
                  </a:lnTo>
                  <a:cubicBezTo>
                    <a:pt x="0" y="24904"/>
                    <a:pt x="3571" y="16283"/>
                    <a:pt x="9927" y="9927"/>
                  </a:cubicBezTo>
                  <a:cubicBezTo>
                    <a:pt x="16283" y="3571"/>
                    <a:pt x="24904" y="0"/>
                    <a:pt x="33893" y="0"/>
                  </a:cubicBezTo>
                  <a:close/>
                </a:path>
              </a:pathLst>
            </a:custGeom>
            <a:solidFill>
              <a:srgbClr val="FFFFFF"/>
            </a:solidFill>
            <a:ln cap="sq">
              <a:noFill/>
              <a:prstDash val="solid"/>
              <a:miter/>
            </a:ln>
          </p:spPr>
          <p:txBody>
            <a:bodyPr/>
            <a:lstStyle/>
            <a:p>
              <a:endParaRPr lang="en-GB"/>
            </a:p>
          </p:txBody>
        </p:sp>
        <p:sp>
          <p:nvSpPr>
            <p:cNvPr id="42" name="TextBox 42"/>
            <p:cNvSpPr txBox="1"/>
            <p:nvPr/>
          </p:nvSpPr>
          <p:spPr>
            <a:xfrm>
              <a:off x="0" y="-38100"/>
              <a:ext cx="590012" cy="209457"/>
            </a:xfrm>
            <a:prstGeom prst="rect">
              <a:avLst/>
            </a:prstGeom>
          </p:spPr>
          <p:txBody>
            <a:bodyPr lIns="50800" tIns="50800" rIns="50800" bIns="50800" rtlCol="0" anchor="ctr"/>
            <a:lstStyle/>
            <a:p>
              <a:pPr algn="ctr">
                <a:lnSpc>
                  <a:spcPts val="2659"/>
                </a:lnSpc>
                <a:spcBef>
                  <a:spcPct val="0"/>
                </a:spcBef>
              </a:pPr>
              <a:endParaRPr/>
            </a:p>
          </p:txBody>
        </p:sp>
      </p:grpSp>
      <p:sp>
        <p:nvSpPr>
          <p:cNvPr id="43" name="Freeform 43"/>
          <p:cNvSpPr/>
          <p:nvPr/>
        </p:nvSpPr>
        <p:spPr>
          <a:xfrm>
            <a:off x="1156904" y="8383661"/>
            <a:ext cx="483677" cy="490724"/>
          </a:xfrm>
          <a:custGeom>
            <a:avLst/>
            <a:gdLst/>
            <a:ahLst/>
            <a:cxnLst/>
            <a:rect l="l" t="t" r="r" b="b"/>
            <a:pathLst>
              <a:path w="483677" h="490724">
                <a:moveTo>
                  <a:pt x="0" y="0"/>
                </a:moveTo>
                <a:lnTo>
                  <a:pt x="483677" y="0"/>
                </a:lnTo>
                <a:lnTo>
                  <a:pt x="483677" y="490724"/>
                </a:lnTo>
                <a:lnTo>
                  <a:pt x="0" y="49072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GB"/>
          </a:p>
        </p:txBody>
      </p:sp>
      <p:sp>
        <p:nvSpPr>
          <p:cNvPr id="44" name="Freeform 44"/>
          <p:cNvSpPr/>
          <p:nvPr/>
        </p:nvSpPr>
        <p:spPr>
          <a:xfrm>
            <a:off x="3808798" y="8383661"/>
            <a:ext cx="467526" cy="490724"/>
          </a:xfrm>
          <a:custGeom>
            <a:avLst/>
            <a:gdLst/>
            <a:ahLst/>
            <a:cxnLst/>
            <a:rect l="l" t="t" r="r" b="b"/>
            <a:pathLst>
              <a:path w="467526" h="490724">
                <a:moveTo>
                  <a:pt x="0" y="0"/>
                </a:moveTo>
                <a:lnTo>
                  <a:pt x="467526" y="0"/>
                </a:lnTo>
                <a:lnTo>
                  <a:pt x="467526" y="490724"/>
                </a:lnTo>
                <a:lnTo>
                  <a:pt x="0" y="490724"/>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GB"/>
          </a:p>
        </p:txBody>
      </p:sp>
      <p:sp>
        <p:nvSpPr>
          <p:cNvPr id="45" name="TextBox 45"/>
          <p:cNvSpPr txBox="1"/>
          <p:nvPr/>
        </p:nvSpPr>
        <p:spPr>
          <a:xfrm>
            <a:off x="11039380" y="5803322"/>
            <a:ext cx="1773850" cy="618976"/>
          </a:xfrm>
          <a:prstGeom prst="rect">
            <a:avLst/>
          </a:prstGeom>
        </p:spPr>
        <p:txBody>
          <a:bodyPr lIns="0" tIns="0" rIns="0" bIns="0" rtlCol="0" anchor="t">
            <a:spAutoFit/>
          </a:bodyPr>
          <a:lstStyle/>
          <a:p>
            <a:pPr algn="ctr">
              <a:lnSpc>
                <a:spcPts val="2400"/>
              </a:lnSpc>
            </a:pPr>
            <a:r>
              <a:rPr lang="en-US" sz="2000" b="1" spc="50">
                <a:solidFill>
                  <a:srgbClr val="0B132B"/>
                </a:solidFill>
                <a:latin typeface="Bricolage Grotesque Bold"/>
                <a:ea typeface="Bricolage Grotesque Bold"/>
                <a:cs typeface="Bricolage Grotesque Bold"/>
                <a:sym typeface="Bricolage Grotesque Bold"/>
              </a:rPr>
              <a:t>Larana Electric Car</a:t>
            </a:r>
          </a:p>
        </p:txBody>
      </p:sp>
      <p:sp>
        <p:nvSpPr>
          <p:cNvPr id="46" name="TextBox 46"/>
          <p:cNvSpPr txBox="1"/>
          <p:nvPr/>
        </p:nvSpPr>
        <p:spPr>
          <a:xfrm>
            <a:off x="953562" y="1990874"/>
            <a:ext cx="8598598" cy="2544498"/>
          </a:xfrm>
          <a:prstGeom prst="rect">
            <a:avLst/>
          </a:prstGeom>
        </p:spPr>
        <p:txBody>
          <a:bodyPr lIns="0" tIns="0" rIns="0" bIns="0" rtlCol="0" anchor="t">
            <a:spAutoFit/>
          </a:bodyPr>
          <a:lstStyle/>
          <a:p>
            <a:pPr algn="l">
              <a:lnSpc>
                <a:spcPts val="9800"/>
              </a:lnSpc>
            </a:pPr>
            <a:r>
              <a:rPr lang="en-US" sz="9800">
                <a:solidFill>
                  <a:srgbClr val="0B132B"/>
                </a:solidFill>
                <a:latin typeface="Rubik One"/>
                <a:ea typeface="Rubik One"/>
                <a:cs typeface="Rubik One"/>
                <a:sym typeface="Rubik One"/>
              </a:rPr>
              <a:t>Drive Clean, Go</a:t>
            </a:r>
          </a:p>
        </p:txBody>
      </p:sp>
      <p:sp>
        <p:nvSpPr>
          <p:cNvPr id="47" name="TextBox 47"/>
          <p:cNvSpPr txBox="1"/>
          <p:nvPr/>
        </p:nvSpPr>
        <p:spPr>
          <a:xfrm>
            <a:off x="3014485" y="3229150"/>
            <a:ext cx="6613875" cy="1306222"/>
          </a:xfrm>
          <a:prstGeom prst="rect">
            <a:avLst/>
          </a:prstGeom>
        </p:spPr>
        <p:txBody>
          <a:bodyPr lIns="0" tIns="0" rIns="0" bIns="0" rtlCol="0" anchor="t">
            <a:spAutoFit/>
          </a:bodyPr>
          <a:lstStyle/>
          <a:p>
            <a:pPr algn="l">
              <a:lnSpc>
                <a:spcPts val="9800"/>
              </a:lnSpc>
            </a:pPr>
            <a:r>
              <a:rPr lang="en-US" sz="9800">
                <a:solidFill>
                  <a:srgbClr val="00B58F"/>
                </a:solidFill>
                <a:latin typeface="Rubik One"/>
                <a:ea typeface="Rubik One"/>
                <a:cs typeface="Rubik One"/>
                <a:sym typeface="Rubik One"/>
              </a:rPr>
              <a:t>Electric</a:t>
            </a:r>
          </a:p>
        </p:txBody>
      </p:sp>
      <p:sp>
        <p:nvSpPr>
          <p:cNvPr id="48" name="TextBox 48"/>
          <p:cNvSpPr txBox="1"/>
          <p:nvPr/>
        </p:nvSpPr>
        <p:spPr>
          <a:xfrm>
            <a:off x="11167252" y="7132733"/>
            <a:ext cx="1518107" cy="330275"/>
          </a:xfrm>
          <a:prstGeom prst="rect">
            <a:avLst/>
          </a:prstGeom>
        </p:spPr>
        <p:txBody>
          <a:bodyPr lIns="0" tIns="0" rIns="0" bIns="0" rtlCol="0" anchor="t">
            <a:spAutoFit/>
          </a:bodyPr>
          <a:lstStyle/>
          <a:p>
            <a:pPr algn="ctr">
              <a:lnSpc>
                <a:spcPts val="2500"/>
              </a:lnSpc>
            </a:pPr>
            <a:r>
              <a:rPr lang="en-US" sz="2500">
                <a:solidFill>
                  <a:srgbClr val="112752"/>
                </a:solidFill>
                <a:latin typeface="Rubik One"/>
                <a:ea typeface="Rubik One"/>
                <a:cs typeface="Rubik One"/>
                <a:sym typeface="Rubik One"/>
              </a:rPr>
              <a:t>Fast</a:t>
            </a:r>
          </a:p>
        </p:txBody>
      </p:sp>
      <p:sp>
        <p:nvSpPr>
          <p:cNvPr id="49" name="TextBox 49"/>
          <p:cNvSpPr txBox="1"/>
          <p:nvPr/>
        </p:nvSpPr>
        <p:spPr>
          <a:xfrm>
            <a:off x="10922228" y="7968419"/>
            <a:ext cx="2008154" cy="330275"/>
          </a:xfrm>
          <a:prstGeom prst="rect">
            <a:avLst/>
          </a:prstGeom>
        </p:spPr>
        <p:txBody>
          <a:bodyPr lIns="0" tIns="0" rIns="0" bIns="0" rtlCol="0" anchor="t">
            <a:spAutoFit/>
          </a:bodyPr>
          <a:lstStyle/>
          <a:p>
            <a:pPr algn="ctr">
              <a:lnSpc>
                <a:spcPts val="2500"/>
              </a:lnSpc>
            </a:pPr>
            <a:r>
              <a:rPr lang="en-US" sz="2500">
                <a:solidFill>
                  <a:srgbClr val="112752"/>
                </a:solidFill>
                <a:latin typeface="Rubik One"/>
                <a:ea typeface="Rubik One"/>
                <a:cs typeface="Rubik One"/>
                <a:sym typeface="Rubik One"/>
              </a:rPr>
              <a:t>Modern</a:t>
            </a:r>
          </a:p>
        </p:txBody>
      </p:sp>
      <p:sp>
        <p:nvSpPr>
          <p:cNvPr id="50" name="TextBox 50"/>
          <p:cNvSpPr txBox="1"/>
          <p:nvPr/>
        </p:nvSpPr>
        <p:spPr>
          <a:xfrm>
            <a:off x="10778918" y="8787836"/>
            <a:ext cx="2294775" cy="330275"/>
          </a:xfrm>
          <a:prstGeom prst="rect">
            <a:avLst/>
          </a:prstGeom>
        </p:spPr>
        <p:txBody>
          <a:bodyPr lIns="0" tIns="0" rIns="0" bIns="0" rtlCol="0" anchor="t">
            <a:spAutoFit/>
          </a:bodyPr>
          <a:lstStyle/>
          <a:p>
            <a:pPr algn="ctr">
              <a:lnSpc>
                <a:spcPts val="2500"/>
              </a:lnSpc>
            </a:pPr>
            <a:r>
              <a:rPr lang="en-US" sz="2500">
                <a:solidFill>
                  <a:srgbClr val="112752"/>
                </a:solidFill>
                <a:latin typeface="Rubik One"/>
                <a:ea typeface="Rubik One"/>
                <a:cs typeface="Rubik One"/>
                <a:sym typeface="Rubik One"/>
              </a:rPr>
              <a:t>Efficient</a:t>
            </a:r>
          </a:p>
        </p:txBody>
      </p:sp>
      <p:sp>
        <p:nvSpPr>
          <p:cNvPr id="51" name="TextBox 51"/>
          <p:cNvSpPr txBox="1"/>
          <p:nvPr/>
        </p:nvSpPr>
        <p:spPr>
          <a:xfrm>
            <a:off x="1028700" y="4559374"/>
            <a:ext cx="5230597" cy="826296"/>
          </a:xfrm>
          <a:prstGeom prst="rect">
            <a:avLst/>
          </a:prstGeom>
        </p:spPr>
        <p:txBody>
          <a:bodyPr lIns="0" tIns="0" rIns="0" bIns="0" rtlCol="0" anchor="t">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turpis</a:t>
            </a:r>
          </a:p>
        </p:txBody>
      </p:sp>
      <p:sp>
        <p:nvSpPr>
          <p:cNvPr id="52" name="TextBox 52"/>
          <p:cNvSpPr txBox="1"/>
          <p:nvPr/>
        </p:nvSpPr>
        <p:spPr>
          <a:xfrm>
            <a:off x="3172289" y="6307451"/>
            <a:ext cx="2403753" cy="405734"/>
          </a:xfrm>
          <a:prstGeom prst="rect">
            <a:avLst/>
          </a:prstGeom>
        </p:spPr>
        <p:txBody>
          <a:bodyPr lIns="0" tIns="0" rIns="0" bIns="0" rtlCol="0" anchor="t">
            <a:spAutoFit/>
          </a:bodyPr>
          <a:lstStyle/>
          <a:p>
            <a:pPr algn="l">
              <a:lnSpc>
                <a:spcPts val="3359"/>
              </a:lnSpc>
            </a:pPr>
            <a:r>
              <a:rPr lang="en-US" sz="2399" b="1" spc="59">
                <a:solidFill>
                  <a:srgbClr val="0B132B"/>
                </a:solidFill>
                <a:latin typeface="Bricolage Grotesque Bold"/>
                <a:ea typeface="Bricolage Grotesque Bold"/>
                <a:cs typeface="Bricolage Grotesque Bold"/>
                <a:sym typeface="Bricolage Grotesque Bold"/>
              </a:rPr>
              <a:t>Juliana Silva</a:t>
            </a:r>
          </a:p>
        </p:txBody>
      </p:sp>
      <p:sp>
        <p:nvSpPr>
          <p:cNvPr id="53" name="TextBox 53"/>
          <p:cNvSpPr txBox="1"/>
          <p:nvPr/>
        </p:nvSpPr>
        <p:spPr>
          <a:xfrm>
            <a:off x="1028700" y="7793983"/>
            <a:ext cx="3640249" cy="273739"/>
          </a:xfrm>
          <a:prstGeom prst="rect">
            <a:avLst/>
          </a:prstGeom>
        </p:spPr>
        <p:txBody>
          <a:bodyPr lIns="0" tIns="0" rIns="0" bIns="0" rtlCol="0" anchor="t">
            <a:spAutoFit/>
          </a:bodyPr>
          <a:lstStyle/>
          <a:p>
            <a:pPr marL="0" lvl="0" indent="0" algn="l">
              <a:lnSpc>
                <a:spcPts val="2239"/>
              </a:lnSpc>
              <a:spcBef>
                <a:spcPct val="0"/>
              </a:spcBef>
            </a:pPr>
            <a:r>
              <a:rPr lang="en-US" sz="1599" u="none" strike="noStrike" spc="39">
                <a:solidFill>
                  <a:srgbClr val="0B132B"/>
                </a:solidFill>
                <a:latin typeface="Bricolage Grotesque"/>
                <a:ea typeface="Bricolage Grotesque"/>
                <a:cs typeface="Bricolage Grotesque"/>
                <a:sym typeface="Bricolage Grotesque"/>
              </a:rPr>
              <a:t>Get the Beta Test Here</a:t>
            </a:r>
          </a:p>
        </p:txBody>
      </p:sp>
      <p:sp>
        <p:nvSpPr>
          <p:cNvPr id="54" name="TextBox 54"/>
          <p:cNvSpPr txBox="1"/>
          <p:nvPr/>
        </p:nvSpPr>
        <p:spPr>
          <a:xfrm>
            <a:off x="1769042" y="8553106"/>
            <a:ext cx="1524178" cy="273739"/>
          </a:xfrm>
          <a:prstGeom prst="rect">
            <a:avLst/>
          </a:prstGeom>
        </p:spPr>
        <p:txBody>
          <a:bodyPr lIns="0" tIns="0" rIns="0" bIns="0" rtlCol="0" anchor="t">
            <a:spAutoFit/>
          </a:bodyPr>
          <a:lstStyle/>
          <a:p>
            <a:pPr marL="0" lvl="0" indent="0" algn="l">
              <a:lnSpc>
                <a:spcPts val="2239"/>
              </a:lnSpc>
              <a:spcBef>
                <a:spcPct val="0"/>
              </a:spcBef>
            </a:pPr>
            <a:r>
              <a:rPr lang="en-US" sz="1599" b="1" spc="39" dirty="0">
                <a:solidFill>
                  <a:srgbClr val="FFFFFF"/>
                </a:solidFill>
                <a:latin typeface="Bricolage Grotesque Bold"/>
                <a:ea typeface="Bricolage Grotesque Bold"/>
                <a:cs typeface="Bricolage Grotesque Bold"/>
                <a:sym typeface="Bricolage Grotesque Bold"/>
              </a:rPr>
              <a:t>Marketplace</a:t>
            </a:r>
          </a:p>
        </p:txBody>
      </p:sp>
      <p:sp>
        <p:nvSpPr>
          <p:cNvPr id="55" name="TextBox 55"/>
          <p:cNvSpPr txBox="1"/>
          <p:nvPr/>
        </p:nvSpPr>
        <p:spPr>
          <a:xfrm>
            <a:off x="4419199" y="8553106"/>
            <a:ext cx="1524178" cy="273739"/>
          </a:xfrm>
          <a:prstGeom prst="rect">
            <a:avLst/>
          </a:prstGeom>
        </p:spPr>
        <p:txBody>
          <a:bodyPr lIns="0" tIns="0" rIns="0" bIns="0" rtlCol="0" anchor="t">
            <a:spAutoFit/>
          </a:bodyPr>
          <a:lstStyle/>
          <a:p>
            <a:pPr marL="0" lvl="0" indent="0" algn="l">
              <a:lnSpc>
                <a:spcPts val="2239"/>
              </a:lnSpc>
              <a:spcBef>
                <a:spcPct val="0"/>
              </a:spcBef>
            </a:pPr>
            <a:r>
              <a:rPr lang="en-US" sz="1599" b="1" spc="39" dirty="0">
                <a:solidFill>
                  <a:srgbClr val="FFFFFF"/>
                </a:solidFill>
                <a:latin typeface="Bricolage Grotesque Bold"/>
                <a:ea typeface="Bricolage Grotesque Bold"/>
                <a:cs typeface="Bricolage Grotesque Bold"/>
                <a:sym typeface="Bricolage Grotesque Bold"/>
              </a:rPr>
              <a:t>Marketplace</a:t>
            </a:r>
          </a:p>
        </p:txBody>
      </p:sp>
      <p:sp>
        <p:nvSpPr>
          <p:cNvPr id="56" name="TextBox 56"/>
          <p:cNvSpPr txBox="1"/>
          <p:nvPr/>
        </p:nvSpPr>
        <p:spPr>
          <a:xfrm>
            <a:off x="1769042" y="8393102"/>
            <a:ext cx="1524178" cy="198104"/>
          </a:xfrm>
          <a:prstGeom prst="rect">
            <a:avLst/>
          </a:prstGeom>
        </p:spPr>
        <p:txBody>
          <a:bodyPr lIns="0" tIns="0" rIns="0" bIns="0" rtlCol="0" anchor="t">
            <a:spAutoFit/>
          </a:bodyPr>
          <a:lstStyle/>
          <a:p>
            <a:pPr marL="0" lvl="0" indent="0" algn="l">
              <a:lnSpc>
                <a:spcPts val="1680"/>
              </a:lnSpc>
              <a:spcBef>
                <a:spcPct val="0"/>
              </a:spcBef>
            </a:pPr>
            <a:r>
              <a:rPr lang="en-US" sz="1200" spc="30">
                <a:solidFill>
                  <a:srgbClr val="FFFFFF"/>
                </a:solidFill>
                <a:latin typeface="Bricolage Grotesque"/>
                <a:ea typeface="Bricolage Grotesque"/>
                <a:cs typeface="Bricolage Grotesque"/>
                <a:sym typeface="Bricolage Grotesque"/>
              </a:rPr>
              <a:t>Visit Here</a:t>
            </a:r>
          </a:p>
        </p:txBody>
      </p:sp>
      <p:sp>
        <p:nvSpPr>
          <p:cNvPr id="57" name="TextBox 57"/>
          <p:cNvSpPr txBox="1"/>
          <p:nvPr/>
        </p:nvSpPr>
        <p:spPr>
          <a:xfrm>
            <a:off x="4419199" y="8393102"/>
            <a:ext cx="1524178" cy="198104"/>
          </a:xfrm>
          <a:prstGeom prst="rect">
            <a:avLst/>
          </a:prstGeom>
        </p:spPr>
        <p:txBody>
          <a:bodyPr lIns="0" tIns="0" rIns="0" bIns="0" rtlCol="0" anchor="t">
            <a:spAutoFit/>
          </a:bodyPr>
          <a:lstStyle/>
          <a:p>
            <a:pPr marL="0" lvl="0" indent="0" algn="l">
              <a:lnSpc>
                <a:spcPts val="1680"/>
              </a:lnSpc>
              <a:spcBef>
                <a:spcPct val="0"/>
              </a:spcBef>
            </a:pPr>
            <a:r>
              <a:rPr lang="en-US" sz="1200" spc="30">
                <a:solidFill>
                  <a:srgbClr val="FFFFFF"/>
                </a:solidFill>
                <a:latin typeface="Bricolage Grotesque"/>
                <a:ea typeface="Bricolage Grotesque"/>
                <a:cs typeface="Bricolage Grotesque"/>
                <a:sym typeface="Bricolage Grotesque"/>
              </a:rPr>
              <a:t>Visit Here</a:t>
            </a:r>
          </a:p>
        </p:txBody>
      </p:sp>
      <p:sp>
        <p:nvSpPr>
          <p:cNvPr id="58" name="TextBox 58"/>
          <p:cNvSpPr txBox="1"/>
          <p:nvPr/>
        </p:nvSpPr>
        <p:spPr>
          <a:xfrm>
            <a:off x="3172289" y="6665560"/>
            <a:ext cx="2403753" cy="316305"/>
          </a:xfrm>
          <a:prstGeom prst="rect">
            <a:avLst/>
          </a:prstGeom>
        </p:spPr>
        <p:txBody>
          <a:bodyPr lIns="0" tIns="0" rIns="0" bIns="0" rtlCol="0" anchor="t">
            <a:spAutoFit/>
          </a:bodyPr>
          <a:lstStyle/>
          <a:p>
            <a:pPr algn="l">
              <a:lnSpc>
                <a:spcPts val="2519"/>
              </a:lnSpc>
            </a:pPr>
            <a:r>
              <a:rPr lang="en-US" sz="1799" spc="44">
                <a:solidFill>
                  <a:srgbClr val="0B132B"/>
                </a:solidFill>
                <a:latin typeface="Bricolage Grotesque"/>
                <a:ea typeface="Bricolage Grotesque"/>
                <a:cs typeface="Bricolage Grotesque"/>
                <a:sym typeface="Bricolage Grotesque"/>
              </a:rPr>
              <a:t>The presenter</a:t>
            </a:r>
          </a:p>
        </p:txBody>
      </p:sp>
      <p:sp>
        <p:nvSpPr>
          <p:cNvPr id="59" name="TextBox 59"/>
          <p:cNvSpPr txBox="1"/>
          <p:nvPr/>
        </p:nvSpPr>
        <p:spPr>
          <a:xfrm>
            <a:off x="1398742" y="1455008"/>
            <a:ext cx="2381625" cy="273739"/>
          </a:xfrm>
          <a:prstGeom prst="rect">
            <a:avLst/>
          </a:prstGeom>
        </p:spPr>
        <p:txBody>
          <a:bodyPr lIns="0" tIns="0" rIns="0" bIns="0" rtlCol="0" anchor="t">
            <a:spAutoFit/>
          </a:bodyPr>
          <a:lstStyle/>
          <a:p>
            <a:pPr algn="l">
              <a:lnSpc>
                <a:spcPts val="2239"/>
              </a:lnSpc>
            </a:pPr>
            <a:r>
              <a:rPr lang="en-US" sz="1599" b="1" spc="39">
                <a:solidFill>
                  <a:srgbClr val="0B132B"/>
                </a:solidFill>
                <a:latin typeface="Bricolage Grotesque Bold"/>
                <a:ea typeface="Bricolage Grotesque Bold"/>
                <a:cs typeface="Bricolage Grotesque Bold"/>
                <a:sym typeface="Bricolage Grotesque Bold"/>
              </a:rPr>
              <a:t>Larana Electric Car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DF6F9"/>
        </a:solidFill>
        <a:effectLst/>
      </p:bgPr>
    </p:bg>
    <p:spTree>
      <p:nvGrpSpPr>
        <p:cNvPr id="1" name=""/>
        <p:cNvGrpSpPr/>
        <p:nvPr/>
      </p:nvGrpSpPr>
      <p:grpSpPr>
        <a:xfrm>
          <a:off x="0" y="0"/>
          <a:ext cx="0" cy="0"/>
          <a:chOff x="0" y="0"/>
          <a:chExt cx="0" cy="0"/>
        </a:xfrm>
      </p:grpSpPr>
      <p:sp>
        <p:nvSpPr>
          <p:cNvPr id="2" name="Freeform 2"/>
          <p:cNvSpPr/>
          <p:nvPr/>
        </p:nvSpPr>
        <p:spPr>
          <a:xfrm>
            <a:off x="1028700" y="808637"/>
            <a:ext cx="229386" cy="182674"/>
          </a:xfrm>
          <a:custGeom>
            <a:avLst/>
            <a:gdLst/>
            <a:ahLst/>
            <a:cxnLst/>
            <a:rect l="l" t="t" r="r" b="b"/>
            <a:pathLst>
              <a:path w="229386" h="182674">
                <a:moveTo>
                  <a:pt x="0" y="0"/>
                </a:moveTo>
                <a:lnTo>
                  <a:pt x="229386" y="0"/>
                </a:lnTo>
                <a:lnTo>
                  <a:pt x="229386" y="182675"/>
                </a:lnTo>
                <a:lnTo>
                  <a:pt x="0" y="18267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GB"/>
          </a:p>
        </p:txBody>
      </p:sp>
      <p:sp>
        <p:nvSpPr>
          <p:cNvPr id="3" name="TextBox 3"/>
          <p:cNvSpPr txBox="1"/>
          <p:nvPr/>
        </p:nvSpPr>
        <p:spPr>
          <a:xfrm>
            <a:off x="930825" y="1982746"/>
            <a:ext cx="7021832" cy="858953"/>
          </a:xfrm>
          <a:prstGeom prst="rect">
            <a:avLst/>
          </a:prstGeom>
        </p:spPr>
        <p:txBody>
          <a:bodyPr lIns="0" tIns="0" rIns="0" bIns="0" rtlCol="0" anchor="t">
            <a:spAutoFit/>
          </a:bodyPr>
          <a:lstStyle/>
          <a:p>
            <a:pPr algn="l">
              <a:lnSpc>
                <a:spcPts val="6399"/>
              </a:lnSpc>
            </a:pPr>
            <a:r>
              <a:rPr lang="en-US" sz="6399" dirty="0">
                <a:solidFill>
                  <a:srgbClr val="0B132B"/>
                </a:solidFill>
                <a:latin typeface="Rubik One"/>
                <a:ea typeface="Rubik One"/>
                <a:cs typeface="Rubik One"/>
                <a:sym typeface="Rubik One"/>
              </a:rPr>
              <a:t>Team members</a:t>
            </a:r>
          </a:p>
        </p:txBody>
      </p:sp>
      <p:sp>
        <p:nvSpPr>
          <p:cNvPr id="4" name="TextBox 4"/>
          <p:cNvSpPr txBox="1"/>
          <p:nvPr/>
        </p:nvSpPr>
        <p:spPr>
          <a:xfrm>
            <a:off x="1353022" y="754961"/>
            <a:ext cx="3371378" cy="858953"/>
          </a:xfrm>
          <a:prstGeom prst="rect">
            <a:avLst/>
          </a:prstGeom>
        </p:spPr>
        <p:txBody>
          <a:bodyPr wrap="square" lIns="0" tIns="0" rIns="0" bIns="0" rtlCol="0" anchor="t">
            <a:spAutoFit/>
          </a:bodyPr>
          <a:lstStyle/>
          <a:p>
            <a:pPr algn="l">
              <a:lnSpc>
                <a:spcPts val="2239"/>
              </a:lnSpc>
            </a:pPr>
            <a:r>
              <a:rPr lang="en-US" sz="2400" spc="39" dirty="0">
                <a:solidFill>
                  <a:srgbClr val="0B132B"/>
                </a:solidFill>
                <a:latin typeface="Bricolage Grotesque"/>
                <a:ea typeface="Bricolage Grotesque"/>
                <a:cs typeface="Bricolage Grotesque"/>
                <a:sym typeface="Bricolage Grotesque"/>
              </a:rPr>
              <a:t>Group-1</a:t>
            </a:r>
            <a:br>
              <a:rPr lang="en-US" sz="2400" spc="39" dirty="0">
                <a:solidFill>
                  <a:srgbClr val="0B132B"/>
                </a:solidFill>
                <a:latin typeface="Bricolage Grotesque"/>
                <a:ea typeface="Bricolage Grotesque"/>
                <a:cs typeface="Bricolage Grotesque"/>
                <a:sym typeface="Bricolage Grotesque"/>
              </a:rPr>
            </a:br>
            <a:r>
              <a:rPr lang="en-US" sz="2400" spc="39" dirty="0">
                <a:solidFill>
                  <a:srgbClr val="0B132B"/>
                </a:solidFill>
                <a:latin typeface="Bricolage Grotesque"/>
                <a:ea typeface="Bricolage Grotesque"/>
                <a:cs typeface="Bricolage Grotesque"/>
                <a:sym typeface="Bricolage Grotesque"/>
              </a:rPr>
              <a:t>Data Analysis</a:t>
            </a:r>
          </a:p>
          <a:p>
            <a:pPr algn="l">
              <a:lnSpc>
                <a:spcPts val="2239"/>
              </a:lnSpc>
            </a:pPr>
            <a:endParaRPr lang="en-US" sz="2400" spc="39" dirty="0">
              <a:solidFill>
                <a:srgbClr val="0B132B"/>
              </a:solidFill>
              <a:latin typeface="Bricolage Grotesque"/>
              <a:ea typeface="Bricolage Grotesque"/>
              <a:cs typeface="Bricolage Grotesque"/>
              <a:sym typeface="Bricolage Grotesque"/>
            </a:endParaRPr>
          </a:p>
        </p:txBody>
      </p:sp>
      <p:grpSp>
        <p:nvGrpSpPr>
          <p:cNvPr id="5" name="Group 5"/>
          <p:cNvGrpSpPr/>
          <p:nvPr/>
        </p:nvGrpSpPr>
        <p:grpSpPr>
          <a:xfrm>
            <a:off x="855357" y="3725147"/>
            <a:ext cx="6121685" cy="2213431"/>
            <a:chOff x="0" y="0"/>
            <a:chExt cx="1101940" cy="398431"/>
          </a:xfrm>
        </p:grpSpPr>
        <p:sp>
          <p:nvSpPr>
            <p:cNvPr id="6" name="Freeform 6"/>
            <p:cNvSpPr/>
            <p:nvPr/>
          </p:nvSpPr>
          <p:spPr>
            <a:xfrm>
              <a:off x="7350" y="0"/>
              <a:ext cx="1087240" cy="398431"/>
            </a:xfrm>
            <a:custGeom>
              <a:avLst/>
              <a:gdLst/>
              <a:ahLst/>
              <a:cxnLst/>
              <a:rect l="l" t="t" r="r" b="b"/>
              <a:pathLst>
                <a:path w="1087240" h="398431">
                  <a:moveTo>
                    <a:pt x="214820" y="0"/>
                  </a:moveTo>
                  <a:lnTo>
                    <a:pt x="1075620" y="0"/>
                  </a:lnTo>
                  <a:cubicBezTo>
                    <a:pt x="1079663" y="0"/>
                    <a:pt x="1083416" y="2102"/>
                    <a:pt x="1085529" y="5550"/>
                  </a:cubicBezTo>
                  <a:cubicBezTo>
                    <a:pt x="1087641" y="8999"/>
                    <a:pt x="1087808" y="13297"/>
                    <a:pt x="1085971" y="16899"/>
                  </a:cubicBezTo>
                  <a:lnTo>
                    <a:pt x="900008" y="381532"/>
                  </a:lnTo>
                  <a:cubicBezTo>
                    <a:pt x="894719" y="391902"/>
                    <a:pt x="884061" y="398431"/>
                    <a:pt x="872420" y="398431"/>
                  </a:cubicBezTo>
                  <a:lnTo>
                    <a:pt x="11620" y="398431"/>
                  </a:lnTo>
                  <a:cubicBezTo>
                    <a:pt x="7576" y="398431"/>
                    <a:pt x="3823" y="396329"/>
                    <a:pt x="1711" y="392880"/>
                  </a:cubicBezTo>
                  <a:cubicBezTo>
                    <a:pt x="-401" y="389432"/>
                    <a:pt x="-569" y="385134"/>
                    <a:pt x="1269" y="381532"/>
                  </a:cubicBezTo>
                  <a:lnTo>
                    <a:pt x="187231" y="16899"/>
                  </a:lnTo>
                  <a:cubicBezTo>
                    <a:pt x="192520" y="6529"/>
                    <a:pt x="203179" y="0"/>
                    <a:pt x="214820" y="0"/>
                  </a:cubicBezTo>
                  <a:close/>
                </a:path>
              </a:pathLst>
            </a:custGeom>
            <a:solidFill>
              <a:srgbClr val="00B58F"/>
            </a:solidFill>
          </p:spPr>
          <p:txBody>
            <a:bodyPr/>
            <a:lstStyle/>
            <a:p>
              <a:endParaRPr lang="en-GB"/>
            </a:p>
          </p:txBody>
        </p:sp>
        <p:sp>
          <p:nvSpPr>
            <p:cNvPr id="7" name="TextBox 7"/>
            <p:cNvSpPr txBox="1"/>
            <p:nvPr/>
          </p:nvSpPr>
          <p:spPr>
            <a:xfrm>
              <a:off x="101600" y="-38100"/>
              <a:ext cx="898740" cy="436531"/>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855357" y="6625537"/>
            <a:ext cx="6121685" cy="2213431"/>
            <a:chOff x="0" y="0"/>
            <a:chExt cx="1101940" cy="398431"/>
          </a:xfrm>
        </p:grpSpPr>
        <p:sp>
          <p:nvSpPr>
            <p:cNvPr id="9" name="Freeform 9"/>
            <p:cNvSpPr/>
            <p:nvPr/>
          </p:nvSpPr>
          <p:spPr>
            <a:xfrm>
              <a:off x="7350" y="0"/>
              <a:ext cx="1087240" cy="398431"/>
            </a:xfrm>
            <a:custGeom>
              <a:avLst/>
              <a:gdLst/>
              <a:ahLst/>
              <a:cxnLst/>
              <a:rect l="l" t="t" r="r" b="b"/>
              <a:pathLst>
                <a:path w="1087240" h="398431">
                  <a:moveTo>
                    <a:pt x="214820" y="0"/>
                  </a:moveTo>
                  <a:lnTo>
                    <a:pt x="1075620" y="0"/>
                  </a:lnTo>
                  <a:cubicBezTo>
                    <a:pt x="1079663" y="0"/>
                    <a:pt x="1083416" y="2102"/>
                    <a:pt x="1085529" y="5550"/>
                  </a:cubicBezTo>
                  <a:cubicBezTo>
                    <a:pt x="1087641" y="8999"/>
                    <a:pt x="1087808" y="13297"/>
                    <a:pt x="1085971" y="16899"/>
                  </a:cubicBezTo>
                  <a:lnTo>
                    <a:pt x="900008" y="381532"/>
                  </a:lnTo>
                  <a:cubicBezTo>
                    <a:pt x="894719" y="391902"/>
                    <a:pt x="884061" y="398431"/>
                    <a:pt x="872420" y="398431"/>
                  </a:cubicBezTo>
                  <a:lnTo>
                    <a:pt x="11620" y="398431"/>
                  </a:lnTo>
                  <a:cubicBezTo>
                    <a:pt x="7576" y="398431"/>
                    <a:pt x="3823" y="396329"/>
                    <a:pt x="1711" y="392880"/>
                  </a:cubicBezTo>
                  <a:cubicBezTo>
                    <a:pt x="-401" y="389432"/>
                    <a:pt x="-569" y="385134"/>
                    <a:pt x="1269" y="381532"/>
                  </a:cubicBezTo>
                  <a:lnTo>
                    <a:pt x="187231" y="16899"/>
                  </a:lnTo>
                  <a:cubicBezTo>
                    <a:pt x="192520" y="6529"/>
                    <a:pt x="203179" y="0"/>
                    <a:pt x="214820" y="0"/>
                  </a:cubicBezTo>
                  <a:close/>
                </a:path>
              </a:pathLst>
            </a:custGeom>
            <a:solidFill>
              <a:srgbClr val="00B58F"/>
            </a:solidFill>
          </p:spPr>
          <p:txBody>
            <a:bodyPr/>
            <a:lstStyle/>
            <a:p>
              <a:endParaRPr lang="en-GB" dirty="0"/>
            </a:p>
          </p:txBody>
        </p:sp>
        <p:sp>
          <p:nvSpPr>
            <p:cNvPr id="10" name="TextBox 10"/>
            <p:cNvSpPr txBox="1"/>
            <p:nvPr/>
          </p:nvSpPr>
          <p:spPr>
            <a:xfrm>
              <a:off x="101600" y="-38100"/>
              <a:ext cx="898740" cy="436531"/>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6205311" y="3725147"/>
            <a:ext cx="6121685" cy="2213431"/>
            <a:chOff x="0" y="0"/>
            <a:chExt cx="1101940" cy="398431"/>
          </a:xfrm>
        </p:grpSpPr>
        <p:sp>
          <p:nvSpPr>
            <p:cNvPr id="12" name="Freeform 12"/>
            <p:cNvSpPr/>
            <p:nvPr/>
          </p:nvSpPr>
          <p:spPr>
            <a:xfrm>
              <a:off x="7350" y="0"/>
              <a:ext cx="1087240" cy="398431"/>
            </a:xfrm>
            <a:custGeom>
              <a:avLst/>
              <a:gdLst/>
              <a:ahLst/>
              <a:cxnLst/>
              <a:rect l="l" t="t" r="r" b="b"/>
              <a:pathLst>
                <a:path w="1087240" h="398431">
                  <a:moveTo>
                    <a:pt x="214820" y="0"/>
                  </a:moveTo>
                  <a:lnTo>
                    <a:pt x="1075620" y="0"/>
                  </a:lnTo>
                  <a:cubicBezTo>
                    <a:pt x="1079663" y="0"/>
                    <a:pt x="1083416" y="2102"/>
                    <a:pt x="1085529" y="5550"/>
                  </a:cubicBezTo>
                  <a:cubicBezTo>
                    <a:pt x="1087641" y="8999"/>
                    <a:pt x="1087808" y="13297"/>
                    <a:pt x="1085971" y="16899"/>
                  </a:cubicBezTo>
                  <a:lnTo>
                    <a:pt x="900008" y="381532"/>
                  </a:lnTo>
                  <a:cubicBezTo>
                    <a:pt x="894719" y="391902"/>
                    <a:pt x="884061" y="398431"/>
                    <a:pt x="872420" y="398431"/>
                  </a:cubicBezTo>
                  <a:lnTo>
                    <a:pt x="11620" y="398431"/>
                  </a:lnTo>
                  <a:cubicBezTo>
                    <a:pt x="7576" y="398431"/>
                    <a:pt x="3823" y="396329"/>
                    <a:pt x="1711" y="392880"/>
                  </a:cubicBezTo>
                  <a:cubicBezTo>
                    <a:pt x="-401" y="389432"/>
                    <a:pt x="-569" y="385134"/>
                    <a:pt x="1269" y="381532"/>
                  </a:cubicBezTo>
                  <a:lnTo>
                    <a:pt x="187231" y="16899"/>
                  </a:lnTo>
                  <a:cubicBezTo>
                    <a:pt x="192520" y="6529"/>
                    <a:pt x="203179" y="0"/>
                    <a:pt x="214820" y="0"/>
                  </a:cubicBezTo>
                  <a:close/>
                </a:path>
              </a:pathLst>
            </a:custGeom>
            <a:solidFill>
              <a:srgbClr val="00B58F"/>
            </a:solidFill>
          </p:spPr>
          <p:txBody>
            <a:bodyPr/>
            <a:lstStyle/>
            <a:p>
              <a:endParaRPr lang="en-GB" dirty="0"/>
            </a:p>
          </p:txBody>
        </p:sp>
        <p:sp>
          <p:nvSpPr>
            <p:cNvPr id="13" name="TextBox 13"/>
            <p:cNvSpPr txBox="1"/>
            <p:nvPr/>
          </p:nvSpPr>
          <p:spPr>
            <a:xfrm>
              <a:off x="101600" y="-38100"/>
              <a:ext cx="898740" cy="436531"/>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6205311" y="6625537"/>
            <a:ext cx="6121685" cy="2213431"/>
            <a:chOff x="0" y="0"/>
            <a:chExt cx="1101940" cy="398431"/>
          </a:xfrm>
        </p:grpSpPr>
        <p:sp>
          <p:nvSpPr>
            <p:cNvPr id="15" name="Freeform 15"/>
            <p:cNvSpPr/>
            <p:nvPr/>
          </p:nvSpPr>
          <p:spPr>
            <a:xfrm>
              <a:off x="7350" y="0"/>
              <a:ext cx="1087240" cy="398431"/>
            </a:xfrm>
            <a:custGeom>
              <a:avLst/>
              <a:gdLst/>
              <a:ahLst/>
              <a:cxnLst/>
              <a:rect l="l" t="t" r="r" b="b"/>
              <a:pathLst>
                <a:path w="1087240" h="398431">
                  <a:moveTo>
                    <a:pt x="214820" y="0"/>
                  </a:moveTo>
                  <a:lnTo>
                    <a:pt x="1075620" y="0"/>
                  </a:lnTo>
                  <a:cubicBezTo>
                    <a:pt x="1079663" y="0"/>
                    <a:pt x="1083416" y="2102"/>
                    <a:pt x="1085529" y="5550"/>
                  </a:cubicBezTo>
                  <a:cubicBezTo>
                    <a:pt x="1087641" y="8999"/>
                    <a:pt x="1087808" y="13297"/>
                    <a:pt x="1085971" y="16899"/>
                  </a:cubicBezTo>
                  <a:lnTo>
                    <a:pt x="900008" y="381532"/>
                  </a:lnTo>
                  <a:cubicBezTo>
                    <a:pt x="894719" y="391902"/>
                    <a:pt x="884061" y="398431"/>
                    <a:pt x="872420" y="398431"/>
                  </a:cubicBezTo>
                  <a:lnTo>
                    <a:pt x="11620" y="398431"/>
                  </a:lnTo>
                  <a:cubicBezTo>
                    <a:pt x="7576" y="398431"/>
                    <a:pt x="3823" y="396329"/>
                    <a:pt x="1711" y="392880"/>
                  </a:cubicBezTo>
                  <a:cubicBezTo>
                    <a:pt x="-401" y="389432"/>
                    <a:pt x="-569" y="385134"/>
                    <a:pt x="1269" y="381532"/>
                  </a:cubicBezTo>
                  <a:lnTo>
                    <a:pt x="187231" y="16899"/>
                  </a:lnTo>
                  <a:cubicBezTo>
                    <a:pt x="192520" y="6529"/>
                    <a:pt x="203179" y="0"/>
                    <a:pt x="214820" y="0"/>
                  </a:cubicBezTo>
                  <a:close/>
                </a:path>
              </a:pathLst>
            </a:custGeom>
            <a:solidFill>
              <a:srgbClr val="00B58F"/>
            </a:solidFill>
          </p:spPr>
          <p:txBody>
            <a:bodyPr/>
            <a:lstStyle/>
            <a:p>
              <a:endParaRPr lang="en-GB" dirty="0"/>
            </a:p>
          </p:txBody>
        </p:sp>
        <p:sp>
          <p:nvSpPr>
            <p:cNvPr id="16" name="TextBox 16"/>
            <p:cNvSpPr txBox="1"/>
            <p:nvPr/>
          </p:nvSpPr>
          <p:spPr>
            <a:xfrm>
              <a:off x="101600" y="-38100"/>
              <a:ext cx="898740" cy="436531"/>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1527491" y="3725147"/>
            <a:ext cx="6121685" cy="2213431"/>
            <a:chOff x="0" y="0"/>
            <a:chExt cx="1101940" cy="398431"/>
          </a:xfrm>
        </p:grpSpPr>
        <p:sp>
          <p:nvSpPr>
            <p:cNvPr id="18" name="Freeform 18"/>
            <p:cNvSpPr/>
            <p:nvPr/>
          </p:nvSpPr>
          <p:spPr>
            <a:xfrm>
              <a:off x="7350" y="0"/>
              <a:ext cx="1087240" cy="398431"/>
            </a:xfrm>
            <a:custGeom>
              <a:avLst/>
              <a:gdLst/>
              <a:ahLst/>
              <a:cxnLst/>
              <a:rect l="l" t="t" r="r" b="b"/>
              <a:pathLst>
                <a:path w="1087240" h="398431">
                  <a:moveTo>
                    <a:pt x="214820" y="0"/>
                  </a:moveTo>
                  <a:lnTo>
                    <a:pt x="1075620" y="0"/>
                  </a:lnTo>
                  <a:cubicBezTo>
                    <a:pt x="1079663" y="0"/>
                    <a:pt x="1083416" y="2102"/>
                    <a:pt x="1085529" y="5550"/>
                  </a:cubicBezTo>
                  <a:cubicBezTo>
                    <a:pt x="1087641" y="8999"/>
                    <a:pt x="1087808" y="13297"/>
                    <a:pt x="1085971" y="16899"/>
                  </a:cubicBezTo>
                  <a:lnTo>
                    <a:pt x="900008" y="381532"/>
                  </a:lnTo>
                  <a:cubicBezTo>
                    <a:pt x="894719" y="391902"/>
                    <a:pt x="884061" y="398431"/>
                    <a:pt x="872420" y="398431"/>
                  </a:cubicBezTo>
                  <a:lnTo>
                    <a:pt x="11620" y="398431"/>
                  </a:lnTo>
                  <a:cubicBezTo>
                    <a:pt x="7576" y="398431"/>
                    <a:pt x="3823" y="396329"/>
                    <a:pt x="1711" y="392880"/>
                  </a:cubicBezTo>
                  <a:cubicBezTo>
                    <a:pt x="-401" y="389432"/>
                    <a:pt x="-569" y="385134"/>
                    <a:pt x="1269" y="381532"/>
                  </a:cubicBezTo>
                  <a:lnTo>
                    <a:pt x="187231" y="16899"/>
                  </a:lnTo>
                  <a:cubicBezTo>
                    <a:pt x="192520" y="6529"/>
                    <a:pt x="203179" y="0"/>
                    <a:pt x="214820" y="0"/>
                  </a:cubicBezTo>
                  <a:close/>
                </a:path>
              </a:pathLst>
            </a:custGeom>
            <a:solidFill>
              <a:srgbClr val="00B58F"/>
            </a:solidFill>
          </p:spPr>
          <p:txBody>
            <a:bodyPr/>
            <a:lstStyle/>
            <a:p>
              <a:endParaRPr lang="en-GB"/>
            </a:p>
          </p:txBody>
        </p:sp>
        <p:sp>
          <p:nvSpPr>
            <p:cNvPr id="19" name="TextBox 19"/>
            <p:cNvSpPr txBox="1"/>
            <p:nvPr/>
          </p:nvSpPr>
          <p:spPr>
            <a:xfrm>
              <a:off x="101600" y="-38100"/>
              <a:ext cx="898740" cy="436531"/>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1527491" y="6625537"/>
            <a:ext cx="6121685" cy="2213431"/>
            <a:chOff x="0" y="0"/>
            <a:chExt cx="1101940" cy="398431"/>
          </a:xfrm>
        </p:grpSpPr>
        <p:sp>
          <p:nvSpPr>
            <p:cNvPr id="21" name="Freeform 21"/>
            <p:cNvSpPr/>
            <p:nvPr/>
          </p:nvSpPr>
          <p:spPr>
            <a:xfrm>
              <a:off x="7350" y="0"/>
              <a:ext cx="1087240" cy="398431"/>
            </a:xfrm>
            <a:custGeom>
              <a:avLst/>
              <a:gdLst/>
              <a:ahLst/>
              <a:cxnLst/>
              <a:rect l="l" t="t" r="r" b="b"/>
              <a:pathLst>
                <a:path w="1087240" h="398431">
                  <a:moveTo>
                    <a:pt x="214820" y="0"/>
                  </a:moveTo>
                  <a:lnTo>
                    <a:pt x="1075620" y="0"/>
                  </a:lnTo>
                  <a:cubicBezTo>
                    <a:pt x="1079663" y="0"/>
                    <a:pt x="1083416" y="2102"/>
                    <a:pt x="1085529" y="5550"/>
                  </a:cubicBezTo>
                  <a:cubicBezTo>
                    <a:pt x="1087641" y="8999"/>
                    <a:pt x="1087808" y="13297"/>
                    <a:pt x="1085971" y="16899"/>
                  </a:cubicBezTo>
                  <a:lnTo>
                    <a:pt x="900008" y="381532"/>
                  </a:lnTo>
                  <a:cubicBezTo>
                    <a:pt x="894719" y="391902"/>
                    <a:pt x="884061" y="398431"/>
                    <a:pt x="872420" y="398431"/>
                  </a:cubicBezTo>
                  <a:lnTo>
                    <a:pt x="11620" y="398431"/>
                  </a:lnTo>
                  <a:cubicBezTo>
                    <a:pt x="7576" y="398431"/>
                    <a:pt x="3823" y="396329"/>
                    <a:pt x="1711" y="392880"/>
                  </a:cubicBezTo>
                  <a:cubicBezTo>
                    <a:pt x="-401" y="389432"/>
                    <a:pt x="-569" y="385134"/>
                    <a:pt x="1269" y="381532"/>
                  </a:cubicBezTo>
                  <a:lnTo>
                    <a:pt x="187231" y="16899"/>
                  </a:lnTo>
                  <a:cubicBezTo>
                    <a:pt x="192520" y="6529"/>
                    <a:pt x="203179" y="0"/>
                    <a:pt x="214820" y="0"/>
                  </a:cubicBezTo>
                  <a:close/>
                </a:path>
              </a:pathLst>
            </a:custGeom>
            <a:solidFill>
              <a:srgbClr val="00B58F"/>
            </a:solidFill>
          </p:spPr>
          <p:txBody>
            <a:bodyPr/>
            <a:lstStyle/>
            <a:p>
              <a:endParaRPr lang="en-GB"/>
            </a:p>
          </p:txBody>
        </p:sp>
        <p:sp>
          <p:nvSpPr>
            <p:cNvPr id="22" name="TextBox 22"/>
            <p:cNvSpPr txBox="1"/>
            <p:nvPr/>
          </p:nvSpPr>
          <p:spPr>
            <a:xfrm>
              <a:off x="101600" y="-38100"/>
              <a:ext cx="898740" cy="436531"/>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2708944" y="3600164"/>
            <a:ext cx="4397454" cy="779676"/>
            <a:chOff x="0" y="0"/>
            <a:chExt cx="2247191" cy="398431"/>
          </a:xfrm>
        </p:grpSpPr>
        <p:sp>
          <p:nvSpPr>
            <p:cNvPr id="24" name="Freeform 24"/>
            <p:cNvSpPr/>
            <p:nvPr/>
          </p:nvSpPr>
          <p:spPr>
            <a:xfrm>
              <a:off x="10232" y="0"/>
              <a:ext cx="2226727" cy="398431"/>
            </a:xfrm>
            <a:custGeom>
              <a:avLst/>
              <a:gdLst/>
              <a:ahLst/>
              <a:cxnLst/>
              <a:rect l="l" t="t" r="r" b="b"/>
              <a:pathLst>
                <a:path w="2226727" h="398431">
                  <a:moveTo>
                    <a:pt x="219376" y="0"/>
                  </a:moveTo>
                  <a:lnTo>
                    <a:pt x="2210551" y="0"/>
                  </a:lnTo>
                  <a:cubicBezTo>
                    <a:pt x="2216180" y="0"/>
                    <a:pt x="2221405" y="2926"/>
                    <a:pt x="2224345" y="7727"/>
                  </a:cubicBezTo>
                  <a:cubicBezTo>
                    <a:pt x="2227285" y="12527"/>
                    <a:pt x="2227519" y="18511"/>
                    <a:pt x="2224961" y="23525"/>
                  </a:cubicBezTo>
                  <a:lnTo>
                    <a:pt x="2045757" y="374905"/>
                  </a:lnTo>
                  <a:cubicBezTo>
                    <a:pt x="2038394" y="389342"/>
                    <a:pt x="2023557" y="398431"/>
                    <a:pt x="2007351" y="398431"/>
                  </a:cubicBezTo>
                  <a:lnTo>
                    <a:pt x="16176" y="398431"/>
                  </a:lnTo>
                  <a:cubicBezTo>
                    <a:pt x="10547" y="398431"/>
                    <a:pt x="5323" y="395504"/>
                    <a:pt x="2382" y="390704"/>
                  </a:cubicBezTo>
                  <a:cubicBezTo>
                    <a:pt x="-558" y="385904"/>
                    <a:pt x="-792" y="379920"/>
                    <a:pt x="1766" y="374905"/>
                  </a:cubicBezTo>
                  <a:lnTo>
                    <a:pt x="180970" y="23525"/>
                  </a:lnTo>
                  <a:cubicBezTo>
                    <a:pt x="188333" y="9088"/>
                    <a:pt x="203170" y="0"/>
                    <a:pt x="219376" y="0"/>
                  </a:cubicBezTo>
                  <a:close/>
                </a:path>
              </a:pathLst>
            </a:custGeom>
            <a:solidFill>
              <a:srgbClr val="EDF6F9"/>
            </a:solidFill>
          </p:spPr>
          <p:txBody>
            <a:bodyPr/>
            <a:lstStyle/>
            <a:p>
              <a:endParaRPr lang="en-GB"/>
            </a:p>
          </p:txBody>
        </p:sp>
        <p:sp>
          <p:nvSpPr>
            <p:cNvPr id="25" name="TextBox 25"/>
            <p:cNvSpPr txBox="1"/>
            <p:nvPr/>
          </p:nvSpPr>
          <p:spPr>
            <a:xfrm>
              <a:off x="101600" y="-38100"/>
              <a:ext cx="2043991" cy="436531"/>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2708944" y="6500553"/>
            <a:ext cx="4397454" cy="779676"/>
            <a:chOff x="0" y="0"/>
            <a:chExt cx="2247191" cy="398431"/>
          </a:xfrm>
        </p:grpSpPr>
        <p:sp>
          <p:nvSpPr>
            <p:cNvPr id="27" name="Freeform 27"/>
            <p:cNvSpPr/>
            <p:nvPr/>
          </p:nvSpPr>
          <p:spPr>
            <a:xfrm>
              <a:off x="10232" y="0"/>
              <a:ext cx="2226727" cy="398431"/>
            </a:xfrm>
            <a:custGeom>
              <a:avLst/>
              <a:gdLst/>
              <a:ahLst/>
              <a:cxnLst/>
              <a:rect l="l" t="t" r="r" b="b"/>
              <a:pathLst>
                <a:path w="2226727" h="398431">
                  <a:moveTo>
                    <a:pt x="219376" y="0"/>
                  </a:moveTo>
                  <a:lnTo>
                    <a:pt x="2210551" y="0"/>
                  </a:lnTo>
                  <a:cubicBezTo>
                    <a:pt x="2216180" y="0"/>
                    <a:pt x="2221405" y="2926"/>
                    <a:pt x="2224345" y="7727"/>
                  </a:cubicBezTo>
                  <a:cubicBezTo>
                    <a:pt x="2227285" y="12527"/>
                    <a:pt x="2227519" y="18511"/>
                    <a:pt x="2224961" y="23525"/>
                  </a:cubicBezTo>
                  <a:lnTo>
                    <a:pt x="2045757" y="374905"/>
                  </a:lnTo>
                  <a:cubicBezTo>
                    <a:pt x="2038394" y="389342"/>
                    <a:pt x="2023557" y="398431"/>
                    <a:pt x="2007351" y="398431"/>
                  </a:cubicBezTo>
                  <a:lnTo>
                    <a:pt x="16176" y="398431"/>
                  </a:lnTo>
                  <a:cubicBezTo>
                    <a:pt x="10547" y="398431"/>
                    <a:pt x="5323" y="395504"/>
                    <a:pt x="2382" y="390704"/>
                  </a:cubicBezTo>
                  <a:cubicBezTo>
                    <a:pt x="-558" y="385904"/>
                    <a:pt x="-792" y="379920"/>
                    <a:pt x="1766" y="374905"/>
                  </a:cubicBezTo>
                  <a:lnTo>
                    <a:pt x="180970" y="23525"/>
                  </a:lnTo>
                  <a:cubicBezTo>
                    <a:pt x="188333" y="9088"/>
                    <a:pt x="203170" y="0"/>
                    <a:pt x="219376" y="0"/>
                  </a:cubicBezTo>
                  <a:close/>
                </a:path>
              </a:pathLst>
            </a:custGeom>
            <a:solidFill>
              <a:srgbClr val="EDF6F9"/>
            </a:solidFill>
          </p:spPr>
          <p:txBody>
            <a:bodyPr/>
            <a:lstStyle/>
            <a:p>
              <a:endParaRPr lang="en-GB"/>
            </a:p>
          </p:txBody>
        </p:sp>
        <p:sp>
          <p:nvSpPr>
            <p:cNvPr id="28" name="TextBox 28"/>
            <p:cNvSpPr txBox="1"/>
            <p:nvPr/>
          </p:nvSpPr>
          <p:spPr>
            <a:xfrm>
              <a:off x="101600" y="-38100"/>
              <a:ext cx="2043991" cy="436531"/>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a:off x="8058898" y="3600164"/>
            <a:ext cx="4397454" cy="779676"/>
            <a:chOff x="0" y="0"/>
            <a:chExt cx="2247191" cy="398431"/>
          </a:xfrm>
        </p:grpSpPr>
        <p:sp>
          <p:nvSpPr>
            <p:cNvPr id="30" name="Freeform 30"/>
            <p:cNvSpPr/>
            <p:nvPr/>
          </p:nvSpPr>
          <p:spPr>
            <a:xfrm>
              <a:off x="10232" y="0"/>
              <a:ext cx="2226727" cy="398431"/>
            </a:xfrm>
            <a:custGeom>
              <a:avLst/>
              <a:gdLst/>
              <a:ahLst/>
              <a:cxnLst/>
              <a:rect l="l" t="t" r="r" b="b"/>
              <a:pathLst>
                <a:path w="2226727" h="398431">
                  <a:moveTo>
                    <a:pt x="219376" y="0"/>
                  </a:moveTo>
                  <a:lnTo>
                    <a:pt x="2210551" y="0"/>
                  </a:lnTo>
                  <a:cubicBezTo>
                    <a:pt x="2216180" y="0"/>
                    <a:pt x="2221405" y="2926"/>
                    <a:pt x="2224345" y="7727"/>
                  </a:cubicBezTo>
                  <a:cubicBezTo>
                    <a:pt x="2227285" y="12527"/>
                    <a:pt x="2227519" y="18511"/>
                    <a:pt x="2224961" y="23525"/>
                  </a:cubicBezTo>
                  <a:lnTo>
                    <a:pt x="2045757" y="374905"/>
                  </a:lnTo>
                  <a:cubicBezTo>
                    <a:pt x="2038394" y="389342"/>
                    <a:pt x="2023557" y="398431"/>
                    <a:pt x="2007351" y="398431"/>
                  </a:cubicBezTo>
                  <a:lnTo>
                    <a:pt x="16176" y="398431"/>
                  </a:lnTo>
                  <a:cubicBezTo>
                    <a:pt x="10547" y="398431"/>
                    <a:pt x="5323" y="395504"/>
                    <a:pt x="2382" y="390704"/>
                  </a:cubicBezTo>
                  <a:cubicBezTo>
                    <a:pt x="-558" y="385904"/>
                    <a:pt x="-792" y="379920"/>
                    <a:pt x="1766" y="374905"/>
                  </a:cubicBezTo>
                  <a:lnTo>
                    <a:pt x="180970" y="23525"/>
                  </a:lnTo>
                  <a:cubicBezTo>
                    <a:pt x="188333" y="9088"/>
                    <a:pt x="203170" y="0"/>
                    <a:pt x="219376" y="0"/>
                  </a:cubicBezTo>
                  <a:close/>
                </a:path>
              </a:pathLst>
            </a:custGeom>
            <a:solidFill>
              <a:srgbClr val="EDF6F9"/>
            </a:solidFill>
          </p:spPr>
          <p:txBody>
            <a:bodyPr/>
            <a:lstStyle/>
            <a:p>
              <a:endParaRPr lang="en-GB"/>
            </a:p>
          </p:txBody>
        </p:sp>
        <p:sp>
          <p:nvSpPr>
            <p:cNvPr id="31" name="TextBox 31"/>
            <p:cNvSpPr txBox="1"/>
            <p:nvPr/>
          </p:nvSpPr>
          <p:spPr>
            <a:xfrm>
              <a:off x="101600" y="-38100"/>
              <a:ext cx="2043991" cy="436531"/>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a:off x="8058898" y="6500553"/>
            <a:ext cx="4397454" cy="779676"/>
            <a:chOff x="0" y="0"/>
            <a:chExt cx="2247191" cy="398431"/>
          </a:xfrm>
        </p:grpSpPr>
        <p:sp>
          <p:nvSpPr>
            <p:cNvPr id="33" name="Freeform 33"/>
            <p:cNvSpPr/>
            <p:nvPr/>
          </p:nvSpPr>
          <p:spPr>
            <a:xfrm>
              <a:off x="10232" y="0"/>
              <a:ext cx="2226727" cy="398431"/>
            </a:xfrm>
            <a:custGeom>
              <a:avLst/>
              <a:gdLst/>
              <a:ahLst/>
              <a:cxnLst/>
              <a:rect l="l" t="t" r="r" b="b"/>
              <a:pathLst>
                <a:path w="2226727" h="398431">
                  <a:moveTo>
                    <a:pt x="219376" y="0"/>
                  </a:moveTo>
                  <a:lnTo>
                    <a:pt x="2210551" y="0"/>
                  </a:lnTo>
                  <a:cubicBezTo>
                    <a:pt x="2216180" y="0"/>
                    <a:pt x="2221405" y="2926"/>
                    <a:pt x="2224345" y="7727"/>
                  </a:cubicBezTo>
                  <a:cubicBezTo>
                    <a:pt x="2227285" y="12527"/>
                    <a:pt x="2227519" y="18511"/>
                    <a:pt x="2224961" y="23525"/>
                  </a:cubicBezTo>
                  <a:lnTo>
                    <a:pt x="2045757" y="374905"/>
                  </a:lnTo>
                  <a:cubicBezTo>
                    <a:pt x="2038394" y="389342"/>
                    <a:pt x="2023557" y="398431"/>
                    <a:pt x="2007351" y="398431"/>
                  </a:cubicBezTo>
                  <a:lnTo>
                    <a:pt x="16176" y="398431"/>
                  </a:lnTo>
                  <a:cubicBezTo>
                    <a:pt x="10547" y="398431"/>
                    <a:pt x="5323" y="395504"/>
                    <a:pt x="2382" y="390704"/>
                  </a:cubicBezTo>
                  <a:cubicBezTo>
                    <a:pt x="-558" y="385904"/>
                    <a:pt x="-792" y="379920"/>
                    <a:pt x="1766" y="374905"/>
                  </a:cubicBezTo>
                  <a:lnTo>
                    <a:pt x="180970" y="23525"/>
                  </a:lnTo>
                  <a:cubicBezTo>
                    <a:pt x="188333" y="9088"/>
                    <a:pt x="203170" y="0"/>
                    <a:pt x="219376" y="0"/>
                  </a:cubicBezTo>
                  <a:close/>
                </a:path>
              </a:pathLst>
            </a:custGeom>
            <a:solidFill>
              <a:srgbClr val="EDF6F9"/>
            </a:solidFill>
          </p:spPr>
          <p:txBody>
            <a:bodyPr/>
            <a:lstStyle/>
            <a:p>
              <a:endParaRPr lang="en-GB"/>
            </a:p>
          </p:txBody>
        </p:sp>
        <p:sp>
          <p:nvSpPr>
            <p:cNvPr id="34" name="TextBox 34"/>
            <p:cNvSpPr txBox="1"/>
            <p:nvPr/>
          </p:nvSpPr>
          <p:spPr>
            <a:xfrm>
              <a:off x="101600" y="-38100"/>
              <a:ext cx="2043991" cy="436531"/>
            </a:xfrm>
            <a:prstGeom prst="rect">
              <a:avLst/>
            </a:prstGeom>
          </p:spPr>
          <p:txBody>
            <a:bodyPr lIns="50800" tIns="50800" rIns="50800" bIns="50800" rtlCol="0" anchor="ctr"/>
            <a:lstStyle/>
            <a:p>
              <a:pPr algn="ctr">
                <a:lnSpc>
                  <a:spcPts val="2659"/>
                </a:lnSpc>
              </a:pPr>
              <a:endParaRPr/>
            </a:p>
          </p:txBody>
        </p:sp>
      </p:grpSp>
      <p:grpSp>
        <p:nvGrpSpPr>
          <p:cNvPr id="35" name="Group 35"/>
          <p:cNvGrpSpPr/>
          <p:nvPr/>
        </p:nvGrpSpPr>
        <p:grpSpPr>
          <a:xfrm>
            <a:off x="13381078" y="3600164"/>
            <a:ext cx="4397454" cy="779676"/>
            <a:chOff x="0" y="0"/>
            <a:chExt cx="2247191" cy="398431"/>
          </a:xfrm>
        </p:grpSpPr>
        <p:sp>
          <p:nvSpPr>
            <p:cNvPr id="36" name="Freeform 36"/>
            <p:cNvSpPr/>
            <p:nvPr/>
          </p:nvSpPr>
          <p:spPr>
            <a:xfrm>
              <a:off x="10232" y="0"/>
              <a:ext cx="2226727" cy="398431"/>
            </a:xfrm>
            <a:custGeom>
              <a:avLst/>
              <a:gdLst/>
              <a:ahLst/>
              <a:cxnLst/>
              <a:rect l="l" t="t" r="r" b="b"/>
              <a:pathLst>
                <a:path w="2226727" h="398431">
                  <a:moveTo>
                    <a:pt x="219376" y="0"/>
                  </a:moveTo>
                  <a:lnTo>
                    <a:pt x="2210551" y="0"/>
                  </a:lnTo>
                  <a:cubicBezTo>
                    <a:pt x="2216180" y="0"/>
                    <a:pt x="2221405" y="2926"/>
                    <a:pt x="2224345" y="7727"/>
                  </a:cubicBezTo>
                  <a:cubicBezTo>
                    <a:pt x="2227285" y="12527"/>
                    <a:pt x="2227519" y="18511"/>
                    <a:pt x="2224961" y="23525"/>
                  </a:cubicBezTo>
                  <a:lnTo>
                    <a:pt x="2045757" y="374905"/>
                  </a:lnTo>
                  <a:cubicBezTo>
                    <a:pt x="2038394" y="389342"/>
                    <a:pt x="2023557" y="398431"/>
                    <a:pt x="2007351" y="398431"/>
                  </a:cubicBezTo>
                  <a:lnTo>
                    <a:pt x="16176" y="398431"/>
                  </a:lnTo>
                  <a:cubicBezTo>
                    <a:pt x="10547" y="398431"/>
                    <a:pt x="5323" y="395504"/>
                    <a:pt x="2382" y="390704"/>
                  </a:cubicBezTo>
                  <a:cubicBezTo>
                    <a:pt x="-558" y="385904"/>
                    <a:pt x="-792" y="379920"/>
                    <a:pt x="1766" y="374905"/>
                  </a:cubicBezTo>
                  <a:lnTo>
                    <a:pt x="180970" y="23525"/>
                  </a:lnTo>
                  <a:cubicBezTo>
                    <a:pt x="188333" y="9088"/>
                    <a:pt x="203170" y="0"/>
                    <a:pt x="219376" y="0"/>
                  </a:cubicBezTo>
                  <a:close/>
                </a:path>
              </a:pathLst>
            </a:custGeom>
            <a:solidFill>
              <a:srgbClr val="EDF6F9"/>
            </a:solidFill>
          </p:spPr>
          <p:txBody>
            <a:bodyPr/>
            <a:lstStyle/>
            <a:p>
              <a:endParaRPr lang="en-GB" dirty="0"/>
            </a:p>
          </p:txBody>
        </p:sp>
        <p:sp>
          <p:nvSpPr>
            <p:cNvPr id="37" name="TextBox 37"/>
            <p:cNvSpPr txBox="1"/>
            <p:nvPr/>
          </p:nvSpPr>
          <p:spPr>
            <a:xfrm>
              <a:off x="101600" y="-38100"/>
              <a:ext cx="2043991" cy="436531"/>
            </a:xfrm>
            <a:prstGeom prst="rect">
              <a:avLst/>
            </a:prstGeom>
          </p:spPr>
          <p:txBody>
            <a:bodyPr lIns="50800" tIns="50800" rIns="50800" bIns="50800" rtlCol="0" anchor="ctr"/>
            <a:lstStyle/>
            <a:p>
              <a:pPr algn="ctr">
                <a:lnSpc>
                  <a:spcPts val="2659"/>
                </a:lnSpc>
              </a:pPr>
              <a:endParaRPr/>
            </a:p>
          </p:txBody>
        </p:sp>
      </p:grpSp>
      <p:grpSp>
        <p:nvGrpSpPr>
          <p:cNvPr id="38" name="Group 38"/>
          <p:cNvGrpSpPr/>
          <p:nvPr/>
        </p:nvGrpSpPr>
        <p:grpSpPr>
          <a:xfrm>
            <a:off x="13381078" y="6500553"/>
            <a:ext cx="4397454" cy="779676"/>
            <a:chOff x="0" y="0"/>
            <a:chExt cx="2247191" cy="398431"/>
          </a:xfrm>
        </p:grpSpPr>
        <p:sp>
          <p:nvSpPr>
            <p:cNvPr id="39" name="Freeform 39"/>
            <p:cNvSpPr/>
            <p:nvPr/>
          </p:nvSpPr>
          <p:spPr>
            <a:xfrm>
              <a:off x="10232" y="0"/>
              <a:ext cx="2226727" cy="398431"/>
            </a:xfrm>
            <a:custGeom>
              <a:avLst/>
              <a:gdLst/>
              <a:ahLst/>
              <a:cxnLst/>
              <a:rect l="l" t="t" r="r" b="b"/>
              <a:pathLst>
                <a:path w="2226727" h="398431">
                  <a:moveTo>
                    <a:pt x="219376" y="0"/>
                  </a:moveTo>
                  <a:lnTo>
                    <a:pt x="2210551" y="0"/>
                  </a:lnTo>
                  <a:cubicBezTo>
                    <a:pt x="2216180" y="0"/>
                    <a:pt x="2221405" y="2926"/>
                    <a:pt x="2224345" y="7727"/>
                  </a:cubicBezTo>
                  <a:cubicBezTo>
                    <a:pt x="2227285" y="12527"/>
                    <a:pt x="2227519" y="18511"/>
                    <a:pt x="2224961" y="23525"/>
                  </a:cubicBezTo>
                  <a:lnTo>
                    <a:pt x="2045757" y="374905"/>
                  </a:lnTo>
                  <a:cubicBezTo>
                    <a:pt x="2038394" y="389342"/>
                    <a:pt x="2023557" y="398431"/>
                    <a:pt x="2007351" y="398431"/>
                  </a:cubicBezTo>
                  <a:lnTo>
                    <a:pt x="16176" y="398431"/>
                  </a:lnTo>
                  <a:cubicBezTo>
                    <a:pt x="10547" y="398431"/>
                    <a:pt x="5323" y="395504"/>
                    <a:pt x="2382" y="390704"/>
                  </a:cubicBezTo>
                  <a:cubicBezTo>
                    <a:pt x="-558" y="385904"/>
                    <a:pt x="-792" y="379920"/>
                    <a:pt x="1766" y="374905"/>
                  </a:cubicBezTo>
                  <a:lnTo>
                    <a:pt x="180970" y="23525"/>
                  </a:lnTo>
                  <a:cubicBezTo>
                    <a:pt x="188333" y="9088"/>
                    <a:pt x="203170" y="0"/>
                    <a:pt x="219376" y="0"/>
                  </a:cubicBezTo>
                  <a:close/>
                </a:path>
              </a:pathLst>
            </a:custGeom>
            <a:solidFill>
              <a:srgbClr val="EDF6F9"/>
            </a:solidFill>
          </p:spPr>
          <p:txBody>
            <a:bodyPr/>
            <a:lstStyle/>
            <a:p>
              <a:endParaRPr lang="en-GB"/>
            </a:p>
          </p:txBody>
        </p:sp>
        <p:sp>
          <p:nvSpPr>
            <p:cNvPr id="40" name="TextBox 40"/>
            <p:cNvSpPr txBox="1"/>
            <p:nvPr/>
          </p:nvSpPr>
          <p:spPr>
            <a:xfrm>
              <a:off x="101600" y="-38100"/>
              <a:ext cx="2043991" cy="436531"/>
            </a:xfrm>
            <a:prstGeom prst="rect">
              <a:avLst/>
            </a:prstGeom>
          </p:spPr>
          <p:txBody>
            <a:bodyPr lIns="50800" tIns="50800" rIns="50800" bIns="50800" rtlCol="0" anchor="ctr"/>
            <a:lstStyle/>
            <a:p>
              <a:pPr algn="ctr">
                <a:lnSpc>
                  <a:spcPts val="2659"/>
                </a:lnSpc>
              </a:pPr>
              <a:endParaRPr/>
            </a:p>
          </p:txBody>
        </p:sp>
      </p:grpSp>
      <p:sp>
        <p:nvSpPr>
          <p:cNvPr id="41" name="TextBox 41"/>
          <p:cNvSpPr txBox="1"/>
          <p:nvPr/>
        </p:nvSpPr>
        <p:spPr>
          <a:xfrm>
            <a:off x="1959070" y="3877391"/>
            <a:ext cx="749874" cy="448382"/>
          </a:xfrm>
          <a:prstGeom prst="rect">
            <a:avLst/>
          </a:prstGeom>
        </p:spPr>
        <p:txBody>
          <a:bodyPr lIns="0" tIns="0" rIns="0" bIns="0" rtlCol="0" anchor="t">
            <a:spAutoFit/>
          </a:bodyPr>
          <a:lstStyle/>
          <a:p>
            <a:pPr algn="ctr">
              <a:lnSpc>
                <a:spcPts val="3399"/>
              </a:lnSpc>
            </a:pPr>
            <a:r>
              <a:rPr lang="en-US" sz="3399">
                <a:solidFill>
                  <a:srgbClr val="FFFFFF"/>
                </a:solidFill>
                <a:latin typeface="Rubik One"/>
                <a:ea typeface="Rubik One"/>
                <a:cs typeface="Rubik One"/>
                <a:sym typeface="Rubik One"/>
              </a:rPr>
              <a:t>01</a:t>
            </a:r>
          </a:p>
        </p:txBody>
      </p:sp>
      <p:sp>
        <p:nvSpPr>
          <p:cNvPr id="42" name="TextBox 42"/>
          <p:cNvSpPr txBox="1"/>
          <p:nvPr/>
        </p:nvSpPr>
        <p:spPr>
          <a:xfrm>
            <a:off x="1959070" y="6831848"/>
            <a:ext cx="749874" cy="448382"/>
          </a:xfrm>
          <a:prstGeom prst="rect">
            <a:avLst/>
          </a:prstGeom>
        </p:spPr>
        <p:txBody>
          <a:bodyPr lIns="0" tIns="0" rIns="0" bIns="0" rtlCol="0" anchor="t">
            <a:spAutoFit/>
          </a:bodyPr>
          <a:lstStyle/>
          <a:p>
            <a:pPr algn="ctr">
              <a:lnSpc>
                <a:spcPts val="3399"/>
              </a:lnSpc>
            </a:pPr>
            <a:r>
              <a:rPr lang="en-US" sz="3399">
                <a:solidFill>
                  <a:srgbClr val="FFFFFF"/>
                </a:solidFill>
                <a:latin typeface="Rubik One"/>
                <a:ea typeface="Rubik One"/>
                <a:cs typeface="Rubik One"/>
                <a:sym typeface="Rubik One"/>
              </a:rPr>
              <a:t>04</a:t>
            </a:r>
          </a:p>
        </p:txBody>
      </p:sp>
      <p:sp>
        <p:nvSpPr>
          <p:cNvPr id="43" name="TextBox 43"/>
          <p:cNvSpPr txBox="1"/>
          <p:nvPr/>
        </p:nvSpPr>
        <p:spPr>
          <a:xfrm>
            <a:off x="7309024" y="3877391"/>
            <a:ext cx="749874" cy="448382"/>
          </a:xfrm>
          <a:prstGeom prst="rect">
            <a:avLst/>
          </a:prstGeom>
        </p:spPr>
        <p:txBody>
          <a:bodyPr lIns="0" tIns="0" rIns="0" bIns="0" rtlCol="0" anchor="t">
            <a:spAutoFit/>
          </a:bodyPr>
          <a:lstStyle/>
          <a:p>
            <a:pPr algn="ctr">
              <a:lnSpc>
                <a:spcPts val="3399"/>
              </a:lnSpc>
            </a:pPr>
            <a:r>
              <a:rPr lang="en-US" sz="3399">
                <a:solidFill>
                  <a:srgbClr val="FFFFFF"/>
                </a:solidFill>
                <a:latin typeface="Rubik One"/>
                <a:ea typeface="Rubik One"/>
                <a:cs typeface="Rubik One"/>
                <a:sym typeface="Rubik One"/>
              </a:rPr>
              <a:t>02</a:t>
            </a:r>
          </a:p>
        </p:txBody>
      </p:sp>
      <p:sp>
        <p:nvSpPr>
          <p:cNvPr id="44" name="TextBox 44"/>
          <p:cNvSpPr txBox="1"/>
          <p:nvPr/>
        </p:nvSpPr>
        <p:spPr>
          <a:xfrm>
            <a:off x="7309024" y="6831848"/>
            <a:ext cx="749874" cy="448382"/>
          </a:xfrm>
          <a:prstGeom prst="rect">
            <a:avLst/>
          </a:prstGeom>
        </p:spPr>
        <p:txBody>
          <a:bodyPr lIns="0" tIns="0" rIns="0" bIns="0" rtlCol="0" anchor="t">
            <a:spAutoFit/>
          </a:bodyPr>
          <a:lstStyle/>
          <a:p>
            <a:pPr algn="ctr">
              <a:lnSpc>
                <a:spcPts val="3399"/>
              </a:lnSpc>
            </a:pPr>
            <a:r>
              <a:rPr lang="en-US" sz="3399">
                <a:solidFill>
                  <a:srgbClr val="FFFFFF"/>
                </a:solidFill>
                <a:latin typeface="Rubik One"/>
                <a:ea typeface="Rubik One"/>
                <a:cs typeface="Rubik One"/>
                <a:sym typeface="Rubik One"/>
              </a:rPr>
              <a:t>05</a:t>
            </a:r>
          </a:p>
        </p:txBody>
      </p:sp>
      <p:sp>
        <p:nvSpPr>
          <p:cNvPr id="45" name="TextBox 45"/>
          <p:cNvSpPr txBox="1"/>
          <p:nvPr/>
        </p:nvSpPr>
        <p:spPr>
          <a:xfrm>
            <a:off x="12631204" y="3877391"/>
            <a:ext cx="749874" cy="448382"/>
          </a:xfrm>
          <a:prstGeom prst="rect">
            <a:avLst/>
          </a:prstGeom>
        </p:spPr>
        <p:txBody>
          <a:bodyPr lIns="0" tIns="0" rIns="0" bIns="0" rtlCol="0" anchor="t">
            <a:spAutoFit/>
          </a:bodyPr>
          <a:lstStyle/>
          <a:p>
            <a:pPr algn="ctr">
              <a:lnSpc>
                <a:spcPts val="3399"/>
              </a:lnSpc>
            </a:pPr>
            <a:r>
              <a:rPr lang="en-US" sz="3399">
                <a:solidFill>
                  <a:srgbClr val="FFFFFF"/>
                </a:solidFill>
                <a:latin typeface="Rubik One"/>
                <a:ea typeface="Rubik One"/>
                <a:cs typeface="Rubik One"/>
                <a:sym typeface="Rubik One"/>
              </a:rPr>
              <a:t>03</a:t>
            </a:r>
          </a:p>
        </p:txBody>
      </p:sp>
      <p:sp>
        <p:nvSpPr>
          <p:cNvPr id="46" name="TextBox 46"/>
          <p:cNvSpPr txBox="1"/>
          <p:nvPr/>
        </p:nvSpPr>
        <p:spPr>
          <a:xfrm>
            <a:off x="12631204" y="6831848"/>
            <a:ext cx="749874" cy="448382"/>
          </a:xfrm>
          <a:prstGeom prst="rect">
            <a:avLst/>
          </a:prstGeom>
        </p:spPr>
        <p:txBody>
          <a:bodyPr lIns="0" tIns="0" rIns="0" bIns="0" rtlCol="0" anchor="t">
            <a:spAutoFit/>
          </a:bodyPr>
          <a:lstStyle/>
          <a:p>
            <a:pPr algn="ctr">
              <a:lnSpc>
                <a:spcPts val="3399"/>
              </a:lnSpc>
            </a:pPr>
            <a:r>
              <a:rPr lang="en-US" sz="3399">
                <a:solidFill>
                  <a:srgbClr val="FFFFFF"/>
                </a:solidFill>
                <a:latin typeface="Rubik One"/>
                <a:ea typeface="Rubik One"/>
                <a:cs typeface="Rubik One"/>
                <a:sym typeface="Rubik One"/>
              </a:rPr>
              <a:t>06</a:t>
            </a:r>
          </a:p>
        </p:txBody>
      </p:sp>
      <p:sp>
        <p:nvSpPr>
          <p:cNvPr id="47" name="TextBox 47"/>
          <p:cNvSpPr txBox="1"/>
          <p:nvPr/>
        </p:nvSpPr>
        <p:spPr>
          <a:xfrm>
            <a:off x="1614030" y="4847473"/>
            <a:ext cx="4264349" cy="336246"/>
          </a:xfrm>
          <a:prstGeom prst="rect">
            <a:avLst/>
          </a:prstGeom>
        </p:spPr>
        <p:txBody>
          <a:bodyPr wrap="square" lIns="0" tIns="0" rIns="0" bIns="0" rtlCol="0" anchor="t">
            <a:spAutoFit/>
          </a:bodyPr>
          <a:lstStyle/>
          <a:p>
            <a:pPr>
              <a:lnSpc>
                <a:spcPts val="2239"/>
              </a:lnSpc>
            </a:pPr>
            <a:r>
              <a:rPr lang="en-US" sz="3600" spc="39" dirty="0">
                <a:solidFill>
                  <a:srgbClr val="FFFFFF"/>
                </a:solidFill>
                <a:latin typeface="Bricolage Grotesque"/>
                <a:ea typeface="Bricolage Grotesque"/>
                <a:cs typeface="Bricolage Grotesque"/>
                <a:sym typeface="Bricolage Grotesque"/>
              </a:rPr>
              <a:t>Nourhan </a:t>
            </a:r>
            <a:r>
              <a:rPr lang="en-US" sz="3200" spc="39" dirty="0">
                <a:solidFill>
                  <a:srgbClr val="FFFFFF"/>
                </a:solidFill>
                <a:latin typeface="Bricolage Grotesque"/>
                <a:ea typeface="Bricolage Grotesque"/>
                <a:cs typeface="Bricolage Grotesque"/>
                <a:sym typeface="Bricolage Grotesque"/>
              </a:rPr>
              <a:t>Mostafa</a:t>
            </a:r>
            <a:endParaRPr lang="en-US" sz="3600" spc="39" dirty="0">
              <a:solidFill>
                <a:srgbClr val="FFFFFF"/>
              </a:solidFill>
              <a:latin typeface="Bricolage Grotesque"/>
              <a:ea typeface="Bricolage Grotesque"/>
              <a:cs typeface="Bricolage Grotesque"/>
              <a:sym typeface="Bricolage Grotesque"/>
            </a:endParaRPr>
          </a:p>
        </p:txBody>
      </p:sp>
      <p:sp>
        <p:nvSpPr>
          <p:cNvPr id="48" name="TextBox 48"/>
          <p:cNvSpPr txBox="1"/>
          <p:nvPr/>
        </p:nvSpPr>
        <p:spPr>
          <a:xfrm>
            <a:off x="1819924" y="7725327"/>
            <a:ext cx="4192549" cy="336246"/>
          </a:xfrm>
          <a:prstGeom prst="rect">
            <a:avLst/>
          </a:prstGeom>
        </p:spPr>
        <p:txBody>
          <a:bodyPr lIns="0" tIns="0" rIns="0" bIns="0" rtlCol="0" anchor="t">
            <a:spAutoFit/>
          </a:bodyPr>
          <a:lstStyle/>
          <a:p>
            <a:pPr>
              <a:lnSpc>
                <a:spcPts val="2239"/>
              </a:lnSpc>
            </a:pPr>
            <a:r>
              <a:rPr lang="en-US" sz="3200" spc="39" dirty="0">
                <a:solidFill>
                  <a:srgbClr val="FFFFFF"/>
                </a:solidFill>
                <a:latin typeface="Bricolage Grotesque"/>
                <a:ea typeface="Bricolage Grotesque"/>
                <a:cs typeface="Bricolage Grotesque"/>
                <a:sym typeface="Bricolage Grotesque"/>
              </a:rPr>
              <a:t>Mohamed </a:t>
            </a:r>
            <a:r>
              <a:rPr lang="en-US" sz="3600" spc="39" dirty="0">
                <a:solidFill>
                  <a:srgbClr val="FFFFFF"/>
                </a:solidFill>
                <a:latin typeface="Bricolage Grotesque"/>
                <a:ea typeface="Bricolage Grotesque"/>
                <a:cs typeface="Bricolage Grotesque"/>
                <a:sym typeface="Bricolage Grotesque"/>
              </a:rPr>
              <a:t>Abdallah</a:t>
            </a:r>
            <a:endParaRPr lang="en-US" sz="3200" spc="39" dirty="0">
              <a:solidFill>
                <a:srgbClr val="FFFFFF"/>
              </a:solidFill>
              <a:latin typeface="Bricolage Grotesque"/>
              <a:ea typeface="Bricolage Grotesque"/>
              <a:cs typeface="Bricolage Grotesque"/>
              <a:sym typeface="Bricolage Grotesque"/>
            </a:endParaRPr>
          </a:p>
        </p:txBody>
      </p:sp>
      <p:sp>
        <p:nvSpPr>
          <p:cNvPr id="49" name="TextBox 49"/>
          <p:cNvSpPr txBox="1"/>
          <p:nvPr/>
        </p:nvSpPr>
        <p:spPr>
          <a:xfrm>
            <a:off x="7120485" y="4931643"/>
            <a:ext cx="4192549" cy="322396"/>
          </a:xfrm>
          <a:prstGeom prst="rect">
            <a:avLst/>
          </a:prstGeom>
        </p:spPr>
        <p:txBody>
          <a:bodyPr lIns="0" tIns="0" rIns="0" bIns="0" rtlCol="0" anchor="t">
            <a:spAutoFit/>
          </a:bodyPr>
          <a:lstStyle/>
          <a:p>
            <a:pPr algn="ctr">
              <a:lnSpc>
                <a:spcPts val="2239"/>
              </a:lnSpc>
            </a:pPr>
            <a:r>
              <a:rPr lang="en-US" sz="3200" spc="39" dirty="0">
                <a:solidFill>
                  <a:srgbClr val="FFFFFF"/>
                </a:solidFill>
                <a:latin typeface="Bricolage Grotesque"/>
                <a:ea typeface="Bricolage Grotesque"/>
                <a:cs typeface="Bricolage Grotesque"/>
                <a:sym typeface="Bricolage Grotesque"/>
              </a:rPr>
              <a:t>Aliaa</a:t>
            </a:r>
            <a:r>
              <a:rPr lang="en-US" sz="2800" spc="39" dirty="0">
                <a:solidFill>
                  <a:srgbClr val="FFFFFF"/>
                </a:solidFill>
                <a:latin typeface="Bricolage Grotesque"/>
                <a:ea typeface="Bricolage Grotesque"/>
                <a:cs typeface="Bricolage Grotesque"/>
                <a:sym typeface="Bricolage Grotesque"/>
              </a:rPr>
              <a:t> </a:t>
            </a:r>
            <a:r>
              <a:rPr lang="en-US" sz="3200" spc="39" dirty="0">
                <a:solidFill>
                  <a:srgbClr val="FFFFFF"/>
                </a:solidFill>
                <a:latin typeface="Bricolage Grotesque"/>
                <a:ea typeface="Bricolage Grotesque"/>
                <a:cs typeface="Bricolage Grotesque"/>
                <a:sym typeface="Bricolage Grotesque"/>
              </a:rPr>
              <a:t>Ahmed</a:t>
            </a:r>
            <a:endParaRPr lang="en-US" sz="2400" spc="39" dirty="0">
              <a:solidFill>
                <a:srgbClr val="FFFFFF"/>
              </a:solidFill>
              <a:latin typeface="Bricolage Grotesque"/>
              <a:ea typeface="Bricolage Grotesque"/>
              <a:cs typeface="Bricolage Grotesque"/>
              <a:sym typeface="Bricolage Grotesque"/>
            </a:endParaRPr>
          </a:p>
        </p:txBody>
      </p:sp>
      <p:sp>
        <p:nvSpPr>
          <p:cNvPr id="50" name="TextBox 50"/>
          <p:cNvSpPr txBox="1"/>
          <p:nvPr/>
        </p:nvSpPr>
        <p:spPr>
          <a:xfrm>
            <a:off x="7211101" y="7732252"/>
            <a:ext cx="4192549" cy="322396"/>
          </a:xfrm>
          <a:prstGeom prst="rect">
            <a:avLst/>
          </a:prstGeom>
        </p:spPr>
        <p:txBody>
          <a:bodyPr lIns="0" tIns="0" rIns="0" bIns="0" rtlCol="0" anchor="t">
            <a:spAutoFit/>
          </a:bodyPr>
          <a:lstStyle/>
          <a:p>
            <a:pPr>
              <a:lnSpc>
                <a:spcPts val="2239"/>
              </a:lnSpc>
            </a:pPr>
            <a:r>
              <a:rPr lang="en-US" sz="3200" spc="39" dirty="0">
                <a:solidFill>
                  <a:srgbClr val="FFFFFF"/>
                </a:solidFill>
                <a:latin typeface="Bricolage Grotesque"/>
                <a:ea typeface="Bricolage Grotesque"/>
                <a:cs typeface="Bricolage Grotesque"/>
                <a:sym typeface="Bricolage Grotesque"/>
              </a:rPr>
              <a:t>Mohamed Mounir</a:t>
            </a:r>
          </a:p>
        </p:txBody>
      </p:sp>
      <p:sp>
        <p:nvSpPr>
          <p:cNvPr id="51" name="TextBox 51"/>
          <p:cNvSpPr txBox="1"/>
          <p:nvPr/>
        </p:nvSpPr>
        <p:spPr>
          <a:xfrm>
            <a:off x="12575562" y="4863405"/>
            <a:ext cx="4192549" cy="322396"/>
          </a:xfrm>
          <a:prstGeom prst="rect">
            <a:avLst/>
          </a:prstGeom>
        </p:spPr>
        <p:txBody>
          <a:bodyPr lIns="0" tIns="0" rIns="0" bIns="0" rtlCol="0" anchor="t">
            <a:spAutoFit/>
          </a:bodyPr>
          <a:lstStyle/>
          <a:p>
            <a:pPr>
              <a:lnSpc>
                <a:spcPts val="2239"/>
              </a:lnSpc>
            </a:pPr>
            <a:r>
              <a:rPr lang="en-US" sz="3200" spc="39" dirty="0">
                <a:solidFill>
                  <a:srgbClr val="FFFFFF"/>
                </a:solidFill>
                <a:latin typeface="Bricolage Grotesque"/>
                <a:ea typeface="Bricolage Grotesque"/>
                <a:cs typeface="Bricolage Grotesque"/>
                <a:sym typeface="Bricolage Grotesque"/>
              </a:rPr>
              <a:t>Ahmed Farag Ahmed</a:t>
            </a:r>
          </a:p>
        </p:txBody>
      </p:sp>
      <p:sp>
        <p:nvSpPr>
          <p:cNvPr id="52" name="TextBox 52"/>
          <p:cNvSpPr txBox="1"/>
          <p:nvPr/>
        </p:nvSpPr>
        <p:spPr>
          <a:xfrm>
            <a:off x="12575561" y="7842204"/>
            <a:ext cx="4192549" cy="322396"/>
          </a:xfrm>
          <a:prstGeom prst="rect">
            <a:avLst/>
          </a:prstGeom>
        </p:spPr>
        <p:txBody>
          <a:bodyPr lIns="0" tIns="0" rIns="0" bIns="0" rtlCol="0" anchor="t">
            <a:spAutoFit/>
          </a:bodyPr>
          <a:lstStyle/>
          <a:p>
            <a:pPr>
              <a:lnSpc>
                <a:spcPts val="2239"/>
              </a:lnSpc>
            </a:pPr>
            <a:r>
              <a:rPr lang="en-US" sz="3200" spc="39" dirty="0">
                <a:solidFill>
                  <a:srgbClr val="FFFFFF"/>
                </a:solidFill>
                <a:latin typeface="Bricolage Grotesque"/>
                <a:ea typeface="Bricolage Grotesque"/>
                <a:cs typeface="Bricolage Grotesque"/>
                <a:sym typeface="Bricolage Grotesque"/>
              </a:rPr>
              <a:t>Manar Abdelraouf</a:t>
            </a:r>
          </a:p>
        </p:txBody>
      </p:sp>
      <p:sp>
        <p:nvSpPr>
          <p:cNvPr id="53" name="TextBox 53"/>
          <p:cNvSpPr txBox="1"/>
          <p:nvPr/>
        </p:nvSpPr>
        <p:spPr>
          <a:xfrm>
            <a:off x="3116475" y="3858341"/>
            <a:ext cx="3268624" cy="892296"/>
          </a:xfrm>
          <a:prstGeom prst="rect">
            <a:avLst/>
          </a:prstGeom>
        </p:spPr>
        <p:txBody>
          <a:bodyPr lIns="0" tIns="0" rIns="0" bIns="0" rtlCol="0" anchor="t">
            <a:spAutoFit/>
          </a:bodyPr>
          <a:lstStyle/>
          <a:p>
            <a:pPr algn="l">
              <a:lnSpc>
                <a:spcPts val="3399"/>
              </a:lnSpc>
            </a:pPr>
            <a:r>
              <a:rPr lang="en-US" sz="3399" dirty="0">
                <a:solidFill>
                  <a:srgbClr val="0B132B"/>
                </a:solidFill>
                <a:latin typeface="Rubik One"/>
                <a:ea typeface="Rubik One"/>
                <a:cs typeface="Rubik One"/>
                <a:sym typeface="Rubik One"/>
              </a:rPr>
              <a:t>team leader </a:t>
            </a:r>
          </a:p>
          <a:p>
            <a:pPr algn="l">
              <a:lnSpc>
                <a:spcPts val="3399"/>
              </a:lnSpc>
            </a:pPr>
            <a:endParaRPr lang="en-US" sz="3399" dirty="0">
              <a:solidFill>
                <a:srgbClr val="0B132B"/>
              </a:solidFill>
              <a:latin typeface="Rubik One"/>
              <a:ea typeface="Rubik One"/>
              <a:cs typeface="Rubik One"/>
              <a:sym typeface="Rubik One"/>
            </a:endParaRPr>
          </a:p>
        </p:txBody>
      </p:sp>
      <p:sp>
        <p:nvSpPr>
          <p:cNvPr id="59" name="TextBox 59"/>
          <p:cNvSpPr txBox="1"/>
          <p:nvPr/>
        </p:nvSpPr>
        <p:spPr>
          <a:xfrm>
            <a:off x="14877675" y="9322533"/>
            <a:ext cx="2381625" cy="240628"/>
          </a:xfrm>
          <a:prstGeom prst="rect">
            <a:avLst/>
          </a:prstGeom>
        </p:spPr>
        <p:txBody>
          <a:bodyPr lIns="0" tIns="0" rIns="0" bIns="0" rtlCol="0" anchor="t">
            <a:spAutoFit/>
          </a:bodyPr>
          <a:lstStyle/>
          <a:p>
            <a:pPr algn="r">
              <a:lnSpc>
                <a:spcPts val="1960"/>
              </a:lnSpc>
            </a:pPr>
            <a:r>
              <a:rPr lang="en-US" sz="1400" spc="35" dirty="0">
                <a:solidFill>
                  <a:srgbClr val="0B132B"/>
                </a:solidFill>
                <a:latin typeface="Bricolage Grotesque"/>
                <a:ea typeface="Bricolage Grotesque"/>
                <a:cs typeface="Bricolage Grotesque"/>
                <a:sym typeface="Bricolage Grotesque"/>
              </a:rPr>
              <a:t>Page - 02</a:t>
            </a:r>
          </a:p>
        </p:txBody>
      </p:sp>
      <p:grpSp>
        <p:nvGrpSpPr>
          <p:cNvPr id="60" name="Group 60"/>
          <p:cNvGrpSpPr/>
          <p:nvPr/>
        </p:nvGrpSpPr>
        <p:grpSpPr>
          <a:xfrm>
            <a:off x="-3150242" y="9960324"/>
            <a:ext cx="9960587" cy="1142074"/>
            <a:chOff x="0" y="0"/>
            <a:chExt cx="2572779" cy="294993"/>
          </a:xfrm>
        </p:grpSpPr>
        <p:sp>
          <p:nvSpPr>
            <p:cNvPr id="61" name="Freeform 61"/>
            <p:cNvSpPr/>
            <p:nvPr/>
          </p:nvSpPr>
          <p:spPr>
            <a:xfrm>
              <a:off x="0" y="0"/>
              <a:ext cx="2572779" cy="294993"/>
            </a:xfrm>
            <a:custGeom>
              <a:avLst/>
              <a:gdLst/>
              <a:ahLst/>
              <a:cxnLst/>
              <a:rect l="l" t="t" r="r" b="b"/>
              <a:pathLst>
                <a:path w="2572779" h="294993">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txBody>
            <a:bodyPr/>
            <a:lstStyle/>
            <a:p>
              <a:endParaRPr lang="en-GB"/>
            </a:p>
          </p:txBody>
        </p:sp>
        <p:sp>
          <p:nvSpPr>
            <p:cNvPr id="62" name="TextBox 62"/>
            <p:cNvSpPr txBox="1"/>
            <p:nvPr/>
          </p:nvSpPr>
          <p:spPr>
            <a:xfrm>
              <a:off x="0" y="-38100"/>
              <a:ext cx="2572779" cy="333093"/>
            </a:xfrm>
            <a:prstGeom prst="rect">
              <a:avLst/>
            </a:prstGeom>
          </p:spPr>
          <p:txBody>
            <a:bodyPr lIns="50800" tIns="50800" rIns="50800" bIns="50800" rtlCol="0" anchor="ctr"/>
            <a:lstStyle/>
            <a:p>
              <a:pPr algn="ctr">
                <a:lnSpc>
                  <a:spcPts val="2659"/>
                </a:lnSpc>
                <a:spcBef>
                  <a:spcPct val="0"/>
                </a:spcBef>
              </a:pPr>
              <a:endParaRPr/>
            </a:p>
          </p:txBody>
        </p:sp>
      </p:grpSp>
      <p:grpSp>
        <p:nvGrpSpPr>
          <p:cNvPr id="63" name="Group 63"/>
          <p:cNvGrpSpPr/>
          <p:nvPr/>
        </p:nvGrpSpPr>
        <p:grpSpPr>
          <a:xfrm>
            <a:off x="13498622" y="-784283"/>
            <a:ext cx="13297562" cy="1142074"/>
            <a:chOff x="0" y="0"/>
            <a:chExt cx="3434706" cy="294993"/>
          </a:xfrm>
        </p:grpSpPr>
        <p:sp>
          <p:nvSpPr>
            <p:cNvPr id="64" name="Freeform 64"/>
            <p:cNvSpPr/>
            <p:nvPr/>
          </p:nvSpPr>
          <p:spPr>
            <a:xfrm>
              <a:off x="0" y="0"/>
              <a:ext cx="3434706" cy="294993"/>
            </a:xfrm>
            <a:custGeom>
              <a:avLst/>
              <a:gdLst/>
              <a:ahLst/>
              <a:cxnLst/>
              <a:rect l="l" t="t" r="r" b="b"/>
              <a:pathLst>
                <a:path w="3434706" h="294993">
                  <a:moveTo>
                    <a:pt x="34932" y="0"/>
                  </a:moveTo>
                  <a:lnTo>
                    <a:pt x="3399773" y="0"/>
                  </a:lnTo>
                  <a:cubicBezTo>
                    <a:pt x="3409038" y="0"/>
                    <a:pt x="3417923" y="3680"/>
                    <a:pt x="3424474" y="10231"/>
                  </a:cubicBezTo>
                  <a:cubicBezTo>
                    <a:pt x="3431025" y="16783"/>
                    <a:pt x="3434706" y="25668"/>
                    <a:pt x="3434706" y="34932"/>
                  </a:cubicBezTo>
                  <a:lnTo>
                    <a:pt x="3434706" y="260061"/>
                  </a:lnTo>
                  <a:cubicBezTo>
                    <a:pt x="3434706" y="279353"/>
                    <a:pt x="3419066" y="294993"/>
                    <a:pt x="3399773" y="294993"/>
                  </a:cubicBezTo>
                  <a:lnTo>
                    <a:pt x="34932" y="294993"/>
                  </a:lnTo>
                  <a:cubicBezTo>
                    <a:pt x="15640" y="294993"/>
                    <a:pt x="0" y="279353"/>
                    <a:pt x="0" y="260061"/>
                  </a:cubicBezTo>
                  <a:lnTo>
                    <a:pt x="0" y="34932"/>
                  </a:lnTo>
                  <a:cubicBezTo>
                    <a:pt x="0" y="15640"/>
                    <a:pt x="15640" y="0"/>
                    <a:pt x="34932" y="0"/>
                  </a:cubicBezTo>
                  <a:close/>
                </a:path>
              </a:pathLst>
            </a:custGeom>
            <a:ln w="19050" cap="rnd">
              <a:solidFill>
                <a:srgbClr val="00B58F"/>
              </a:solidFill>
              <a:prstDash val="solid"/>
              <a:round/>
            </a:ln>
          </p:spPr>
          <p:txBody>
            <a:bodyPr/>
            <a:lstStyle/>
            <a:p>
              <a:endParaRPr lang="en-GB"/>
            </a:p>
          </p:txBody>
        </p:sp>
        <p:sp>
          <p:nvSpPr>
            <p:cNvPr id="65" name="TextBox 65"/>
            <p:cNvSpPr txBox="1"/>
            <p:nvPr/>
          </p:nvSpPr>
          <p:spPr>
            <a:xfrm>
              <a:off x="0" y="-38100"/>
              <a:ext cx="3434706" cy="333093"/>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390DD-B228-8AFD-A998-86AE012D123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4CC518F-DCA6-C6E9-187F-9BB28869EFAB}"/>
              </a:ext>
            </a:extLst>
          </p:cNvPr>
          <p:cNvSpPr/>
          <p:nvPr/>
        </p:nvSpPr>
        <p:spPr>
          <a:xfrm>
            <a:off x="1028700" y="808637"/>
            <a:ext cx="229386" cy="182674"/>
          </a:xfrm>
          <a:custGeom>
            <a:avLst/>
            <a:gdLst/>
            <a:ahLst/>
            <a:cxnLst/>
            <a:rect l="l" t="t" r="r" b="b"/>
            <a:pathLst>
              <a:path w="229386" h="182674">
                <a:moveTo>
                  <a:pt x="0" y="0"/>
                </a:moveTo>
                <a:lnTo>
                  <a:pt x="229386" y="0"/>
                </a:lnTo>
                <a:lnTo>
                  <a:pt x="229386" y="182675"/>
                </a:lnTo>
                <a:lnTo>
                  <a:pt x="0" y="18267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GB"/>
          </a:p>
        </p:txBody>
      </p:sp>
      <p:sp>
        <p:nvSpPr>
          <p:cNvPr id="3" name="TextBox 3">
            <a:extLst>
              <a:ext uri="{FF2B5EF4-FFF2-40B4-BE49-F238E27FC236}">
                <a16:creationId xmlns:a16="http://schemas.microsoft.com/office/drawing/2014/main" id="{851BFCF1-3399-F0C2-0DAB-9048E4AEA692}"/>
              </a:ext>
            </a:extLst>
          </p:cNvPr>
          <p:cNvSpPr txBox="1"/>
          <p:nvPr/>
        </p:nvSpPr>
        <p:spPr>
          <a:xfrm>
            <a:off x="953562" y="1442053"/>
            <a:ext cx="7021832" cy="1657894"/>
          </a:xfrm>
          <a:prstGeom prst="rect">
            <a:avLst/>
          </a:prstGeom>
        </p:spPr>
        <p:txBody>
          <a:bodyPr lIns="0" tIns="0" rIns="0" bIns="0" rtlCol="0" anchor="t">
            <a:spAutoFit/>
          </a:bodyPr>
          <a:lstStyle/>
          <a:p>
            <a:pPr algn="l">
              <a:lnSpc>
                <a:spcPts val="6399"/>
              </a:lnSpc>
            </a:pPr>
            <a:r>
              <a:rPr lang="en-US" sz="6399">
                <a:solidFill>
                  <a:srgbClr val="0B132B"/>
                </a:solidFill>
                <a:latin typeface="Rubik One"/>
                <a:ea typeface="Rubik One"/>
                <a:cs typeface="Rubik One"/>
                <a:sym typeface="Rubik One"/>
              </a:rPr>
              <a:t>ADVANTAGES OF EVS</a:t>
            </a:r>
          </a:p>
        </p:txBody>
      </p:sp>
      <p:sp>
        <p:nvSpPr>
          <p:cNvPr id="4" name="TextBox 4">
            <a:extLst>
              <a:ext uri="{FF2B5EF4-FFF2-40B4-BE49-F238E27FC236}">
                <a16:creationId xmlns:a16="http://schemas.microsoft.com/office/drawing/2014/main" id="{88DDD43F-8FEB-4D17-2A41-4DDE76E55B5C}"/>
              </a:ext>
            </a:extLst>
          </p:cNvPr>
          <p:cNvSpPr txBox="1"/>
          <p:nvPr/>
        </p:nvSpPr>
        <p:spPr>
          <a:xfrm>
            <a:off x="1353022" y="754961"/>
            <a:ext cx="2381625" cy="273739"/>
          </a:xfrm>
          <a:prstGeom prst="rect">
            <a:avLst/>
          </a:prstGeom>
        </p:spPr>
        <p:txBody>
          <a:bodyPr lIns="0" tIns="0" rIns="0" bIns="0" rtlCol="0" anchor="t">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Larana Electric Car</a:t>
            </a:r>
          </a:p>
        </p:txBody>
      </p:sp>
      <p:grpSp>
        <p:nvGrpSpPr>
          <p:cNvPr id="5" name="Group 5">
            <a:extLst>
              <a:ext uri="{FF2B5EF4-FFF2-40B4-BE49-F238E27FC236}">
                <a16:creationId xmlns:a16="http://schemas.microsoft.com/office/drawing/2014/main" id="{4FEBFE18-6057-F239-6BA6-22E060F4B4CB}"/>
              </a:ext>
            </a:extLst>
          </p:cNvPr>
          <p:cNvGrpSpPr/>
          <p:nvPr/>
        </p:nvGrpSpPr>
        <p:grpSpPr>
          <a:xfrm>
            <a:off x="855357" y="3725147"/>
            <a:ext cx="6121685" cy="2213431"/>
            <a:chOff x="0" y="0"/>
            <a:chExt cx="1101940" cy="398431"/>
          </a:xfrm>
        </p:grpSpPr>
        <p:sp>
          <p:nvSpPr>
            <p:cNvPr id="6" name="Freeform 6">
              <a:extLst>
                <a:ext uri="{FF2B5EF4-FFF2-40B4-BE49-F238E27FC236}">
                  <a16:creationId xmlns:a16="http://schemas.microsoft.com/office/drawing/2014/main" id="{813177B1-6FC6-99BD-2775-77BB507ACCB8}"/>
                </a:ext>
              </a:extLst>
            </p:cNvPr>
            <p:cNvSpPr/>
            <p:nvPr/>
          </p:nvSpPr>
          <p:spPr>
            <a:xfrm>
              <a:off x="7350" y="0"/>
              <a:ext cx="1087240" cy="398431"/>
            </a:xfrm>
            <a:custGeom>
              <a:avLst/>
              <a:gdLst/>
              <a:ahLst/>
              <a:cxnLst/>
              <a:rect l="l" t="t" r="r" b="b"/>
              <a:pathLst>
                <a:path w="1087240" h="398431">
                  <a:moveTo>
                    <a:pt x="214820" y="0"/>
                  </a:moveTo>
                  <a:lnTo>
                    <a:pt x="1075620" y="0"/>
                  </a:lnTo>
                  <a:cubicBezTo>
                    <a:pt x="1079663" y="0"/>
                    <a:pt x="1083416" y="2102"/>
                    <a:pt x="1085529" y="5550"/>
                  </a:cubicBezTo>
                  <a:cubicBezTo>
                    <a:pt x="1087641" y="8999"/>
                    <a:pt x="1087808" y="13297"/>
                    <a:pt x="1085971" y="16899"/>
                  </a:cubicBezTo>
                  <a:lnTo>
                    <a:pt x="900008" y="381532"/>
                  </a:lnTo>
                  <a:cubicBezTo>
                    <a:pt x="894719" y="391902"/>
                    <a:pt x="884061" y="398431"/>
                    <a:pt x="872420" y="398431"/>
                  </a:cubicBezTo>
                  <a:lnTo>
                    <a:pt x="11620" y="398431"/>
                  </a:lnTo>
                  <a:cubicBezTo>
                    <a:pt x="7576" y="398431"/>
                    <a:pt x="3823" y="396329"/>
                    <a:pt x="1711" y="392880"/>
                  </a:cubicBezTo>
                  <a:cubicBezTo>
                    <a:pt x="-401" y="389432"/>
                    <a:pt x="-569" y="385134"/>
                    <a:pt x="1269" y="381532"/>
                  </a:cubicBezTo>
                  <a:lnTo>
                    <a:pt x="187231" y="16899"/>
                  </a:lnTo>
                  <a:cubicBezTo>
                    <a:pt x="192520" y="6529"/>
                    <a:pt x="203179" y="0"/>
                    <a:pt x="214820" y="0"/>
                  </a:cubicBezTo>
                  <a:close/>
                </a:path>
              </a:pathLst>
            </a:custGeom>
            <a:solidFill>
              <a:srgbClr val="00B58F"/>
            </a:solidFill>
          </p:spPr>
          <p:txBody>
            <a:bodyPr/>
            <a:lstStyle/>
            <a:p>
              <a:endParaRPr lang="en-GB"/>
            </a:p>
          </p:txBody>
        </p:sp>
        <p:sp>
          <p:nvSpPr>
            <p:cNvPr id="7" name="TextBox 7">
              <a:extLst>
                <a:ext uri="{FF2B5EF4-FFF2-40B4-BE49-F238E27FC236}">
                  <a16:creationId xmlns:a16="http://schemas.microsoft.com/office/drawing/2014/main" id="{D62134A4-EB95-8986-90AD-CE7F0B1AA0AE}"/>
                </a:ext>
              </a:extLst>
            </p:cNvPr>
            <p:cNvSpPr txBox="1"/>
            <p:nvPr/>
          </p:nvSpPr>
          <p:spPr>
            <a:xfrm>
              <a:off x="101600" y="-38100"/>
              <a:ext cx="898740" cy="436531"/>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8895FA08-9631-8885-A14B-3804DF295258}"/>
              </a:ext>
            </a:extLst>
          </p:cNvPr>
          <p:cNvGrpSpPr/>
          <p:nvPr/>
        </p:nvGrpSpPr>
        <p:grpSpPr>
          <a:xfrm>
            <a:off x="855357" y="6625537"/>
            <a:ext cx="6121685" cy="2213431"/>
            <a:chOff x="0" y="0"/>
            <a:chExt cx="1101940" cy="398431"/>
          </a:xfrm>
        </p:grpSpPr>
        <p:sp>
          <p:nvSpPr>
            <p:cNvPr id="9" name="Freeform 9">
              <a:extLst>
                <a:ext uri="{FF2B5EF4-FFF2-40B4-BE49-F238E27FC236}">
                  <a16:creationId xmlns:a16="http://schemas.microsoft.com/office/drawing/2014/main" id="{1880254D-D0E0-9DF6-9158-DFB378E85635}"/>
                </a:ext>
              </a:extLst>
            </p:cNvPr>
            <p:cNvSpPr/>
            <p:nvPr/>
          </p:nvSpPr>
          <p:spPr>
            <a:xfrm>
              <a:off x="7350" y="0"/>
              <a:ext cx="1087240" cy="398431"/>
            </a:xfrm>
            <a:custGeom>
              <a:avLst/>
              <a:gdLst/>
              <a:ahLst/>
              <a:cxnLst/>
              <a:rect l="l" t="t" r="r" b="b"/>
              <a:pathLst>
                <a:path w="1087240" h="398431">
                  <a:moveTo>
                    <a:pt x="214820" y="0"/>
                  </a:moveTo>
                  <a:lnTo>
                    <a:pt x="1075620" y="0"/>
                  </a:lnTo>
                  <a:cubicBezTo>
                    <a:pt x="1079663" y="0"/>
                    <a:pt x="1083416" y="2102"/>
                    <a:pt x="1085529" y="5550"/>
                  </a:cubicBezTo>
                  <a:cubicBezTo>
                    <a:pt x="1087641" y="8999"/>
                    <a:pt x="1087808" y="13297"/>
                    <a:pt x="1085971" y="16899"/>
                  </a:cubicBezTo>
                  <a:lnTo>
                    <a:pt x="900008" y="381532"/>
                  </a:lnTo>
                  <a:cubicBezTo>
                    <a:pt x="894719" y="391902"/>
                    <a:pt x="884061" y="398431"/>
                    <a:pt x="872420" y="398431"/>
                  </a:cubicBezTo>
                  <a:lnTo>
                    <a:pt x="11620" y="398431"/>
                  </a:lnTo>
                  <a:cubicBezTo>
                    <a:pt x="7576" y="398431"/>
                    <a:pt x="3823" y="396329"/>
                    <a:pt x="1711" y="392880"/>
                  </a:cubicBezTo>
                  <a:cubicBezTo>
                    <a:pt x="-401" y="389432"/>
                    <a:pt x="-569" y="385134"/>
                    <a:pt x="1269" y="381532"/>
                  </a:cubicBezTo>
                  <a:lnTo>
                    <a:pt x="187231" y="16899"/>
                  </a:lnTo>
                  <a:cubicBezTo>
                    <a:pt x="192520" y="6529"/>
                    <a:pt x="203179" y="0"/>
                    <a:pt x="214820" y="0"/>
                  </a:cubicBezTo>
                  <a:close/>
                </a:path>
              </a:pathLst>
            </a:custGeom>
            <a:solidFill>
              <a:srgbClr val="00B58F"/>
            </a:solidFill>
          </p:spPr>
          <p:txBody>
            <a:bodyPr/>
            <a:lstStyle/>
            <a:p>
              <a:endParaRPr lang="en-GB"/>
            </a:p>
          </p:txBody>
        </p:sp>
        <p:sp>
          <p:nvSpPr>
            <p:cNvPr id="10" name="TextBox 10">
              <a:extLst>
                <a:ext uri="{FF2B5EF4-FFF2-40B4-BE49-F238E27FC236}">
                  <a16:creationId xmlns:a16="http://schemas.microsoft.com/office/drawing/2014/main" id="{33FAEDCB-D4D5-3271-DB01-1A8D6B1B488A}"/>
                </a:ext>
              </a:extLst>
            </p:cNvPr>
            <p:cNvSpPr txBox="1"/>
            <p:nvPr/>
          </p:nvSpPr>
          <p:spPr>
            <a:xfrm>
              <a:off x="101600" y="-38100"/>
              <a:ext cx="898740" cy="436531"/>
            </a:xfrm>
            <a:prstGeom prst="rect">
              <a:avLst/>
            </a:prstGeom>
          </p:spPr>
          <p:txBody>
            <a:bodyPr lIns="50800" tIns="50800" rIns="50800" bIns="50800" rtlCol="0" anchor="ctr"/>
            <a:lstStyle/>
            <a:p>
              <a:pPr algn="ctr">
                <a:lnSpc>
                  <a:spcPts val="2659"/>
                </a:lnSpc>
              </a:pPr>
              <a:endParaRPr/>
            </a:p>
          </p:txBody>
        </p:sp>
      </p:grpSp>
      <p:grpSp>
        <p:nvGrpSpPr>
          <p:cNvPr id="11" name="Group 11">
            <a:extLst>
              <a:ext uri="{FF2B5EF4-FFF2-40B4-BE49-F238E27FC236}">
                <a16:creationId xmlns:a16="http://schemas.microsoft.com/office/drawing/2014/main" id="{BC4587D0-0ED3-4ABD-AFBC-45F00DCAA32F}"/>
              </a:ext>
            </a:extLst>
          </p:cNvPr>
          <p:cNvGrpSpPr/>
          <p:nvPr/>
        </p:nvGrpSpPr>
        <p:grpSpPr>
          <a:xfrm>
            <a:off x="6205311" y="3725147"/>
            <a:ext cx="6121685" cy="2213431"/>
            <a:chOff x="0" y="0"/>
            <a:chExt cx="1101940" cy="398431"/>
          </a:xfrm>
        </p:grpSpPr>
        <p:sp>
          <p:nvSpPr>
            <p:cNvPr id="12" name="Freeform 12">
              <a:extLst>
                <a:ext uri="{FF2B5EF4-FFF2-40B4-BE49-F238E27FC236}">
                  <a16:creationId xmlns:a16="http://schemas.microsoft.com/office/drawing/2014/main" id="{396141BB-3EE2-FCBD-367E-01AF3015232C}"/>
                </a:ext>
              </a:extLst>
            </p:cNvPr>
            <p:cNvSpPr/>
            <p:nvPr/>
          </p:nvSpPr>
          <p:spPr>
            <a:xfrm>
              <a:off x="7350" y="0"/>
              <a:ext cx="1087240" cy="398431"/>
            </a:xfrm>
            <a:custGeom>
              <a:avLst/>
              <a:gdLst/>
              <a:ahLst/>
              <a:cxnLst/>
              <a:rect l="l" t="t" r="r" b="b"/>
              <a:pathLst>
                <a:path w="1087240" h="398431">
                  <a:moveTo>
                    <a:pt x="214820" y="0"/>
                  </a:moveTo>
                  <a:lnTo>
                    <a:pt x="1075620" y="0"/>
                  </a:lnTo>
                  <a:cubicBezTo>
                    <a:pt x="1079663" y="0"/>
                    <a:pt x="1083416" y="2102"/>
                    <a:pt x="1085529" y="5550"/>
                  </a:cubicBezTo>
                  <a:cubicBezTo>
                    <a:pt x="1087641" y="8999"/>
                    <a:pt x="1087808" y="13297"/>
                    <a:pt x="1085971" y="16899"/>
                  </a:cubicBezTo>
                  <a:lnTo>
                    <a:pt x="900008" y="381532"/>
                  </a:lnTo>
                  <a:cubicBezTo>
                    <a:pt x="894719" y="391902"/>
                    <a:pt x="884061" y="398431"/>
                    <a:pt x="872420" y="398431"/>
                  </a:cubicBezTo>
                  <a:lnTo>
                    <a:pt x="11620" y="398431"/>
                  </a:lnTo>
                  <a:cubicBezTo>
                    <a:pt x="7576" y="398431"/>
                    <a:pt x="3823" y="396329"/>
                    <a:pt x="1711" y="392880"/>
                  </a:cubicBezTo>
                  <a:cubicBezTo>
                    <a:pt x="-401" y="389432"/>
                    <a:pt x="-569" y="385134"/>
                    <a:pt x="1269" y="381532"/>
                  </a:cubicBezTo>
                  <a:lnTo>
                    <a:pt x="187231" y="16899"/>
                  </a:lnTo>
                  <a:cubicBezTo>
                    <a:pt x="192520" y="6529"/>
                    <a:pt x="203179" y="0"/>
                    <a:pt x="214820" y="0"/>
                  </a:cubicBezTo>
                  <a:close/>
                </a:path>
              </a:pathLst>
            </a:custGeom>
            <a:solidFill>
              <a:srgbClr val="00B58F"/>
            </a:solidFill>
          </p:spPr>
          <p:txBody>
            <a:bodyPr/>
            <a:lstStyle/>
            <a:p>
              <a:endParaRPr lang="en-GB"/>
            </a:p>
          </p:txBody>
        </p:sp>
        <p:sp>
          <p:nvSpPr>
            <p:cNvPr id="13" name="TextBox 13">
              <a:extLst>
                <a:ext uri="{FF2B5EF4-FFF2-40B4-BE49-F238E27FC236}">
                  <a16:creationId xmlns:a16="http://schemas.microsoft.com/office/drawing/2014/main" id="{BE52AA42-5C90-3663-8208-EB6DF891BC0D}"/>
                </a:ext>
              </a:extLst>
            </p:cNvPr>
            <p:cNvSpPr txBox="1"/>
            <p:nvPr/>
          </p:nvSpPr>
          <p:spPr>
            <a:xfrm>
              <a:off x="101600" y="-38100"/>
              <a:ext cx="898740" cy="436531"/>
            </a:xfrm>
            <a:prstGeom prst="rect">
              <a:avLst/>
            </a:prstGeom>
          </p:spPr>
          <p:txBody>
            <a:bodyPr lIns="50800" tIns="50800" rIns="50800" bIns="50800" rtlCol="0" anchor="ctr"/>
            <a:lstStyle/>
            <a:p>
              <a:pPr algn="ctr">
                <a:lnSpc>
                  <a:spcPts val="2659"/>
                </a:lnSpc>
              </a:pPr>
              <a:endParaRPr/>
            </a:p>
          </p:txBody>
        </p:sp>
      </p:grpSp>
      <p:grpSp>
        <p:nvGrpSpPr>
          <p:cNvPr id="14" name="Group 14">
            <a:extLst>
              <a:ext uri="{FF2B5EF4-FFF2-40B4-BE49-F238E27FC236}">
                <a16:creationId xmlns:a16="http://schemas.microsoft.com/office/drawing/2014/main" id="{510A0295-9F59-DFD2-CCB0-134AEB73B9CB}"/>
              </a:ext>
            </a:extLst>
          </p:cNvPr>
          <p:cNvGrpSpPr/>
          <p:nvPr/>
        </p:nvGrpSpPr>
        <p:grpSpPr>
          <a:xfrm>
            <a:off x="6205311" y="6625537"/>
            <a:ext cx="6121685" cy="2213431"/>
            <a:chOff x="0" y="0"/>
            <a:chExt cx="1101940" cy="398431"/>
          </a:xfrm>
        </p:grpSpPr>
        <p:sp>
          <p:nvSpPr>
            <p:cNvPr id="15" name="Freeform 15">
              <a:extLst>
                <a:ext uri="{FF2B5EF4-FFF2-40B4-BE49-F238E27FC236}">
                  <a16:creationId xmlns:a16="http://schemas.microsoft.com/office/drawing/2014/main" id="{29005F03-409C-DBEA-D87C-28C12AD11770}"/>
                </a:ext>
              </a:extLst>
            </p:cNvPr>
            <p:cNvSpPr/>
            <p:nvPr/>
          </p:nvSpPr>
          <p:spPr>
            <a:xfrm>
              <a:off x="7350" y="0"/>
              <a:ext cx="1087240" cy="398431"/>
            </a:xfrm>
            <a:custGeom>
              <a:avLst/>
              <a:gdLst/>
              <a:ahLst/>
              <a:cxnLst/>
              <a:rect l="l" t="t" r="r" b="b"/>
              <a:pathLst>
                <a:path w="1087240" h="398431">
                  <a:moveTo>
                    <a:pt x="214820" y="0"/>
                  </a:moveTo>
                  <a:lnTo>
                    <a:pt x="1075620" y="0"/>
                  </a:lnTo>
                  <a:cubicBezTo>
                    <a:pt x="1079663" y="0"/>
                    <a:pt x="1083416" y="2102"/>
                    <a:pt x="1085529" y="5550"/>
                  </a:cubicBezTo>
                  <a:cubicBezTo>
                    <a:pt x="1087641" y="8999"/>
                    <a:pt x="1087808" y="13297"/>
                    <a:pt x="1085971" y="16899"/>
                  </a:cubicBezTo>
                  <a:lnTo>
                    <a:pt x="900008" y="381532"/>
                  </a:lnTo>
                  <a:cubicBezTo>
                    <a:pt x="894719" y="391902"/>
                    <a:pt x="884061" y="398431"/>
                    <a:pt x="872420" y="398431"/>
                  </a:cubicBezTo>
                  <a:lnTo>
                    <a:pt x="11620" y="398431"/>
                  </a:lnTo>
                  <a:cubicBezTo>
                    <a:pt x="7576" y="398431"/>
                    <a:pt x="3823" y="396329"/>
                    <a:pt x="1711" y="392880"/>
                  </a:cubicBezTo>
                  <a:cubicBezTo>
                    <a:pt x="-401" y="389432"/>
                    <a:pt x="-569" y="385134"/>
                    <a:pt x="1269" y="381532"/>
                  </a:cubicBezTo>
                  <a:lnTo>
                    <a:pt x="187231" y="16899"/>
                  </a:lnTo>
                  <a:cubicBezTo>
                    <a:pt x="192520" y="6529"/>
                    <a:pt x="203179" y="0"/>
                    <a:pt x="214820" y="0"/>
                  </a:cubicBezTo>
                  <a:close/>
                </a:path>
              </a:pathLst>
            </a:custGeom>
            <a:solidFill>
              <a:srgbClr val="00B58F"/>
            </a:solidFill>
          </p:spPr>
          <p:txBody>
            <a:bodyPr/>
            <a:lstStyle/>
            <a:p>
              <a:endParaRPr lang="en-GB"/>
            </a:p>
          </p:txBody>
        </p:sp>
        <p:sp>
          <p:nvSpPr>
            <p:cNvPr id="16" name="TextBox 16">
              <a:extLst>
                <a:ext uri="{FF2B5EF4-FFF2-40B4-BE49-F238E27FC236}">
                  <a16:creationId xmlns:a16="http://schemas.microsoft.com/office/drawing/2014/main" id="{8E922535-C7EC-7A4D-ADD1-D3B642B7386C}"/>
                </a:ext>
              </a:extLst>
            </p:cNvPr>
            <p:cNvSpPr txBox="1"/>
            <p:nvPr/>
          </p:nvSpPr>
          <p:spPr>
            <a:xfrm>
              <a:off x="101600" y="-38100"/>
              <a:ext cx="898740" cy="436531"/>
            </a:xfrm>
            <a:prstGeom prst="rect">
              <a:avLst/>
            </a:prstGeom>
          </p:spPr>
          <p:txBody>
            <a:bodyPr lIns="50800" tIns="50800" rIns="50800" bIns="50800" rtlCol="0" anchor="ctr"/>
            <a:lstStyle/>
            <a:p>
              <a:pPr algn="ctr">
                <a:lnSpc>
                  <a:spcPts val="2659"/>
                </a:lnSpc>
              </a:pPr>
              <a:endParaRPr/>
            </a:p>
          </p:txBody>
        </p:sp>
      </p:grpSp>
      <p:grpSp>
        <p:nvGrpSpPr>
          <p:cNvPr id="17" name="Group 17">
            <a:extLst>
              <a:ext uri="{FF2B5EF4-FFF2-40B4-BE49-F238E27FC236}">
                <a16:creationId xmlns:a16="http://schemas.microsoft.com/office/drawing/2014/main" id="{283972CF-AEA5-6F07-BDA5-DB63742019E4}"/>
              </a:ext>
            </a:extLst>
          </p:cNvPr>
          <p:cNvGrpSpPr/>
          <p:nvPr/>
        </p:nvGrpSpPr>
        <p:grpSpPr>
          <a:xfrm>
            <a:off x="11527491" y="3725147"/>
            <a:ext cx="6121685" cy="2213431"/>
            <a:chOff x="0" y="0"/>
            <a:chExt cx="1101940" cy="398431"/>
          </a:xfrm>
        </p:grpSpPr>
        <p:sp>
          <p:nvSpPr>
            <p:cNvPr id="18" name="Freeform 18">
              <a:extLst>
                <a:ext uri="{FF2B5EF4-FFF2-40B4-BE49-F238E27FC236}">
                  <a16:creationId xmlns:a16="http://schemas.microsoft.com/office/drawing/2014/main" id="{FE874ECE-96C9-BBA4-6D4E-DE2B151DA902}"/>
                </a:ext>
              </a:extLst>
            </p:cNvPr>
            <p:cNvSpPr/>
            <p:nvPr/>
          </p:nvSpPr>
          <p:spPr>
            <a:xfrm>
              <a:off x="7350" y="0"/>
              <a:ext cx="1087240" cy="398431"/>
            </a:xfrm>
            <a:custGeom>
              <a:avLst/>
              <a:gdLst/>
              <a:ahLst/>
              <a:cxnLst/>
              <a:rect l="l" t="t" r="r" b="b"/>
              <a:pathLst>
                <a:path w="1087240" h="398431">
                  <a:moveTo>
                    <a:pt x="214820" y="0"/>
                  </a:moveTo>
                  <a:lnTo>
                    <a:pt x="1075620" y="0"/>
                  </a:lnTo>
                  <a:cubicBezTo>
                    <a:pt x="1079663" y="0"/>
                    <a:pt x="1083416" y="2102"/>
                    <a:pt x="1085529" y="5550"/>
                  </a:cubicBezTo>
                  <a:cubicBezTo>
                    <a:pt x="1087641" y="8999"/>
                    <a:pt x="1087808" y="13297"/>
                    <a:pt x="1085971" y="16899"/>
                  </a:cubicBezTo>
                  <a:lnTo>
                    <a:pt x="900008" y="381532"/>
                  </a:lnTo>
                  <a:cubicBezTo>
                    <a:pt x="894719" y="391902"/>
                    <a:pt x="884061" y="398431"/>
                    <a:pt x="872420" y="398431"/>
                  </a:cubicBezTo>
                  <a:lnTo>
                    <a:pt x="11620" y="398431"/>
                  </a:lnTo>
                  <a:cubicBezTo>
                    <a:pt x="7576" y="398431"/>
                    <a:pt x="3823" y="396329"/>
                    <a:pt x="1711" y="392880"/>
                  </a:cubicBezTo>
                  <a:cubicBezTo>
                    <a:pt x="-401" y="389432"/>
                    <a:pt x="-569" y="385134"/>
                    <a:pt x="1269" y="381532"/>
                  </a:cubicBezTo>
                  <a:lnTo>
                    <a:pt x="187231" y="16899"/>
                  </a:lnTo>
                  <a:cubicBezTo>
                    <a:pt x="192520" y="6529"/>
                    <a:pt x="203179" y="0"/>
                    <a:pt x="214820" y="0"/>
                  </a:cubicBezTo>
                  <a:close/>
                </a:path>
              </a:pathLst>
            </a:custGeom>
            <a:solidFill>
              <a:srgbClr val="00B58F"/>
            </a:solidFill>
          </p:spPr>
          <p:txBody>
            <a:bodyPr/>
            <a:lstStyle/>
            <a:p>
              <a:endParaRPr lang="en-GB"/>
            </a:p>
          </p:txBody>
        </p:sp>
        <p:sp>
          <p:nvSpPr>
            <p:cNvPr id="19" name="TextBox 19">
              <a:extLst>
                <a:ext uri="{FF2B5EF4-FFF2-40B4-BE49-F238E27FC236}">
                  <a16:creationId xmlns:a16="http://schemas.microsoft.com/office/drawing/2014/main" id="{C77129A6-3DD7-78B6-7495-AFAB98079760}"/>
                </a:ext>
              </a:extLst>
            </p:cNvPr>
            <p:cNvSpPr txBox="1"/>
            <p:nvPr/>
          </p:nvSpPr>
          <p:spPr>
            <a:xfrm>
              <a:off x="101600" y="-38100"/>
              <a:ext cx="898740" cy="436531"/>
            </a:xfrm>
            <a:prstGeom prst="rect">
              <a:avLst/>
            </a:prstGeom>
          </p:spPr>
          <p:txBody>
            <a:bodyPr lIns="50800" tIns="50800" rIns="50800" bIns="50800" rtlCol="0" anchor="ctr"/>
            <a:lstStyle/>
            <a:p>
              <a:pPr algn="ctr">
                <a:lnSpc>
                  <a:spcPts val="2659"/>
                </a:lnSpc>
              </a:pPr>
              <a:endParaRPr/>
            </a:p>
          </p:txBody>
        </p:sp>
      </p:grpSp>
      <p:grpSp>
        <p:nvGrpSpPr>
          <p:cNvPr id="20" name="Group 20">
            <a:extLst>
              <a:ext uri="{FF2B5EF4-FFF2-40B4-BE49-F238E27FC236}">
                <a16:creationId xmlns:a16="http://schemas.microsoft.com/office/drawing/2014/main" id="{5CCA982C-3201-C539-A5D3-819A5C9F7043}"/>
              </a:ext>
            </a:extLst>
          </p:cNvPr>
          <p:cNvGrpSpPr/>
          <p:nvPr/>
        </p:nvGrpSpPr>
        <p:grpSpPr>
          <a:xfrm>
            <a:off x="11527491" y="6625537"/>
            <a:ext cx="6121685" cy="2213431"/>
            <a:chOff x="0" y="0"/>
            <a:chExt cx="1101940" cy="398431"/>
          </a:xfrm>
        </p:grpSpPr>
        <p:sp>
          <p:nvSpPr>
            <p:cNvPr id="21" name="Freeform 21">
              <a:extLst>
                <a:ext uri="{FF2B5EF4-FFF2-40B4-BE49-F238E27FC236}">
                  <a16:creationId xmlns:a16="http://schemas.microsoft.com/office/drawing/2014/main" id="{9DB9DF80-8210-EBF2-C3B7-F48BCB0AB28C}"/>
                </a:ext>
              </a:extLst>
            </p:cNvPr>
            <p:cNvSpPr/>
            <p:nvPr/>
          </p:nvSpPr>
          <p:spPr>
            <a:xfrm>
              <a:off x="7350" y="0"/>
              <a:ext cx="1087240" cy="398431"/>
            </a:xfrm>
            <a:custGeom>
              <a:avLst/>
              <a:gdLst/>
              <a:ahLst/>
              <a:cxnLst/>
              <a:rect l="l" t="t" r="r" b="b"/>
              <a:pathLst>
                <a:path w="1087240" h="398431">
                  <a:moveTo>
                    <a:pt x="214820" y="0"/>
                  </a:moveTo>
                  <a:lnTo>
                    <a:pt x="1075620" y="0"/>
                  </a:lnTo>
                  <a:cubicBezTo>
                    <a:pt x="1079663" y="0"/>
                    <a:pt x="1083416" y="2102"/>
                    <a:pt x="1085529" y="5550"/>
                  </a:cubicBezTo>
                  <a:cubicBezTo>
                    <a:pt x="1087641" y="8999"/>
                    <a:pt x="1087808" y="13297"/>
                    <a:pt x="1085971" y="16899"/>
                  </a:cubicBezTo>
                  <a:lnTo>
                    <a:pt x="900008" y="381532"/>
                  </a:lnTo>
                  <a:cubicBezTo>
                    <a:pt x="894719" y="391902"/>
                    <a:pt x="884061" y="398431"/>
                    <a:pt x="872420" y="398431"/>
                  </a:cubicBezTo>
                  <a:lnTo>
                    <a:pt x="11620" y="398431"/>
                  </a:lnTo>
                  <a:cubicBezTo>
                    <a:pt x="7576" y="398431"/>
                    <a:pt x="3823" y="396329"/>
                    <a:pt x="1711" y="392880"/>
                  </a:cubicBezTo>
                  <a:cubicBezTo>
                    <a:pt x="-401" y="389432"/>
                    <a:pt x="-569" y="385134"/>
                    <a:pt x="1269" y="381532"/>
                  </a:cubicBezTo>
                  <a:lnTo>
                    <a:pt x="187231" y="16899"/>
                  </a:lnTo>
                  <a:cubicBezTo>
                    <a:pt x="192520" y="6529"/>
                    <a:pt x="203179" y="0"/>
                    <a:pt x="214820" y="0"/>
                  </a:cubicBezTo>
                  <a:close/>
                </a:path>
              </a:pathLst>
            </a:custGeom>
            <a:solidFill>
              <a:srgbClr val="00B58F"/>
            </a:solidFill>
          </p:spPr>
          <p:txBody>
            <a:bodyPr/>
            <a:lstStyle/>
            <a:p>
              <a:endParaRPr lang="en-GB"/>
            </a:p>
          </p:txBody>
        </p:sp>
        <p:sp>
          <p:nvSpPr>
            <p:cNvPr id="22" name="TextBox 22">
              <a:extLst>
                <a:ext uri="{FF2B5EF4-FFF2-40B4-BE49-F238E27FC236}">
                  <a16:creationId xmlns:a16="http://schemas.microsoft.com/office/drawing/2014/main" id="{4687B751-66ED-72CA-1493-F6598A732B3F}"/>
                </a:ext>
              </a:extLst>
            </p:cNvPr>
            <p:cNvSpPr txBox="1"/>
            <p:nvPr/>
          </p:nvSpPr>
          <p:spPr>
            <a:xfrm>
              <a:off x="101600" y="-38100"/>
              <a:ext cx="898740" cy="436531"/>
            </a:xfrm>
            <a:prstGeom prst="rect">
              <a:avLst/>
            </a:prstGeom>
          </p:spPr>
          <p:txBody>
            <a:bodyPr lIns="50800" tIns="50800" rIns="50800" bIns="50800" rtlCol="0" anchor="ctr"/>
            <a:lstStyle/>
            <a:p>
              <a:pPr algn="ctr">
                <a:lnSpc>
                  <a:spcPts val="2659"/>
                </a:lnSpc>
              </a:pPr>
              <a:endParaRPr/>
            </a:p>
          </p:txBody>
        </p:sp>
      </p:grpSp>
      <p:grpSp>
        <p:nvGrpSpPr>
          <p:cNvPr id="23" name="Group 23">
            <a:extLst>
              <a:ext uri="{FF2B5EF4-FFF2-40B4-BE49-F238E27FC236}">
                <a16:creationId xmlns:a16="http://schemas.microsoft.com/office/drawing/2014/main" id="{6FE04BF6-5B3F-53AE-F000-DEE7918CA5BA}"/>
              </a:ext>
            </a:extLst>
          </p:cNvPr>
          <p:cNvGrpSpPr/>
          <p:nvPr/>
        </p:nvGrpSpPr>
        <p:grpSpPr>
          <a:xfrm>
            <a:off x="2708944" y="3600164"/>
            <a:ext cx="4397454" cy="779676"/>
            <a:chOff x="0" y="0"/>
            <a:chExt cx="2247191" cy="398431"/>
          </a:xfrm>
        </p:grpSpPr>
        <p:sp>
          <p:nvSpPr>
            <p:cNvPr id="24" name="Freeform 24">
              <a:extLst>
                <a:ext uri="{FF2B5EF4-FFF2-40B4-BE49-F238E27FC236}">
                  <a16:creationId xmlns:a16="http://schemas.microsoft.com/office/drawing/2014/main" id="{C0CBCCB4-6A15-42A9-74F3-A1C4E67D99A7}"/>
                </a:ext>
              </a:extLst>
            </p:cNvPr>
            <p:cNvSpPr/>
            <p:nvPr/>
          </p:nvSpPr>
          <p:spPr>
            <a:xfrm>
              <a:off x="10232" y="0"/>
              <a:ext cx="2226727" cy="398431"/>
            </a:xfrm>
            <a:custGeom>
              <a:avLst/>
              <a:gdLst/>
              <a:ahLst/>
              <a:cxnLst/>
              <a:rect l="l" t="t" r="r" b="b"/>
              <a:pathLst>
                <a:path w="2226727" h="398431">
                  <a:moveTo>
                    <a:pt x="219376" y="0"/>
                  </a:moveTo>
                  <a:lnTo>
                    <a:pt x="2210551" y="0"/>
                  </a:lnTo>
                  <a:cubicBezTo>
                    <a:pt x="2216180" y="0"/>
                    <a:pt x="2221405" y="2926"/>
                    <a:pt x="2224345" y="7727"/>
                  </a:cubicBezTo>
                  <a:cubicBezTo>
                    <a:pt x="2227285" y="12527"/>
                    <a:pt x="2227519" y="18511"/>
                    <a:pt x="2224961" y="23525"/>
                  </a:cubicBezTo>
                  <a:lnTo>
                    <a:pt x="2045757" y="374905"/>
                  </a:lnTo>
                  <a:cubicBezTo>
                    <a:pt x="2038394" y="389342"/>
                    <a:pt x="2023557" y="398431"/>
                    <a:pt x="2007351" y="398431"/>
                  </a:cubicBezTo>
                  <a:lnTo>
                    <a:pt x="16176" y="398431"/>
                  </a:lnTo>
                  <a:cubicBezTo>
                    <a:pt x="10547" y="398431"/>
                    <a:pt x="5323" y="395504"/>
                    <a:pt x="2382" y="390704"/>
                  </a:cubicBezTo>
                  <a:cubicBezTo>
                    <a:pt x="-558" y="385904"/>
                    <a:pt x="-792" y="379920"/>
                    <a:pt x="1766" y="374905"/>
                  </a:cubicBezTo>
                  <a:lnTo>
                    <a:pt x="180970" y="23525"/>
                  </a:lnTo>
                  <a:cubicBezTo>
                    <a:pt x="188333" y="9088"/>
                    <a:pt x="203170" y="0"/>
                    <a:pt x="219376" y="0"/>
                  </a:cubicBezTo>
                  <a:close/>
                </a:path>
              </a:pathLst>
            </a:custGeom>
            <a:solidFill>
              <a:srgbClr val="EDF6F9"/>
            </a:solidFill>
          </p:spPr>
          <p:txBody>
            <a:bodyPr/>
            <a:lstStyle/>
            <a:p>
              <a:endParaRPr lang="en-GB"/>
            </a:p>
          </p:txBody>
        </p:sp>
        <p:sp>
          <p:nvSpPr>
            <p:cNvPr id="25" name="TextBox 25">
              <a:extLst>
                <a:ext uri="{FF2B5EF4-FFF2-40B4-BE49-F238E27FC236}">
                  <a16:creationId xmlns:a16="http://schemas.microsoft.com/office/drawing/2014/main" id="{F5EFFF9B-1FC7-ECCF-FE9F-C2495B169747}"/>
                </a:ext>
              </a:extLst>
            </p:cNvPr>
            <p:cNvSpPr txBox="1"/>
            <p:nvPr/>
          </p:nvSpPr>
          <p:spPr>
            <a:xfrm>
              <a:off x="101600" y="-38100"/>
              <a:ext cx="2043991" cy="436531"/>
            </a:xfrm>
            <a:prstGeom prst="rect">
              <a:avLst/>
            </a:prstGeom>
          </p:spPr>
          <p:txBody>
            <a:bodyPr lIns="50800" tIns="50800" rIns="50800" bIns="50800" rtlCol="0" anchor="ctr"/>
            <a:lstStyle/>
            <a:p>
              <a:pPr algn="ctr">
                <a:lnSpc>
                  <a:spcPts val="2659"/>
                </a:lnSpc>
              </a:pPr>
              <a:endParaRPr/>
            </a:p>
          </p:txBody>
        </p:sp>
      </p:grpSp>
      <p:grpSp>
        <p:nvGrpSpPr>
          <p:cNvPr id="26" name="Group 26">
            <a:extLst>
              <a:ext uri="{FF2B5EF4-FFF2-40B4-BE49-F238E27FC236}">
                <a16:creationId xmlns:a16="http://schemas.microsoft.com/office/drawing/2014/main" id="{8B019623-8756-2103-6BD6-EB305212E07E}"/>
              </a:ext>
            </a:extLst>
          </p:cNvPr>
          <p:cNvGrpSpPr/>
          <p:nvPr/>
        </p:nvGrpSpPr>
        <p:grpSpPr>
          <a:xfrm>
            <a:off x="2708944" y="6500553"/>
            <a:ext cx="4397454" cy="779676"/>
            <a:chOff x="0" y="0"/>
            <a:chExt cx="2247191" cy="398431"/>
          </a:xfrm>
        </p:grpSpPr>
        <p:sp>
          <p:nvSpPr>
            <p:cNvPr id="27" name="Freeform 27">
              <a:extLst>
                <a:ext uri="{FF2B5EF4-FFF2-40B4-BE49-F238E27FC236}">
                  <a16:creationId xmlns:a16="http://schemas.microsoft.com/office/drawing/2014/main" id="{C57C5610-CDC7-C53E-C1A3-40D33818E947}"/>
                </a:ext>
              </a:extLst>
            </p:cNvPr>
            <p:cNvSpPr/>
            <p:nvPr/>
          </p:nvSpPr>
          <p:spPr>
            <a:xfrm>
              <a:off x="10232" y="0"/>
              <a:ext cx="2226727" cy="398431"/>
            </a:xfrm>
            <a:custGeom>
              <a:avLst/>
              <a:gdLst/>
              <a:ahLst/>
              <a:cxnLst/>
              <a:rect l="l" t="t" r="r" b="b"/>
              <a:pathLst>
                <a:path w="2226727" h="398431">
                  <a:moveTo>
                    <a:pt x="219376" y="0"/>
                  </a:moveTo>
                  <a:lnTo>
                    <a:pt x="2210551" y="0"/>
                  </a:lnTo>
                  <a:cubicBezTo>
                    <a:pt x="2216180" y="0"/>
                    <a:pt x="2221405" y="2926"/>
                    <a:pt x="2224345" y="7727"/>
                  </a:cubicBezTo>
                  <a:cubicBezTo>
                    <a:pt x="2227285" y="12527"/>
                    <a:pt x="2227519" y="18511"/>
                    <a:pt x="2224961" y="23525"/>
                  </a:cubicBezTo>
                  <a:lnTo>
                    <a:pt x="2045757" y="374905"/>
                  </a:lnTo>
                  <a:cubicBezTo>
                    <a:pt x="2038394" y="389342"/>
                    <a:pt x="2023557" y="398431"/>
                    <a:pt x="2007351" y="398431"/>
                  </a:cubicBezTo>
                  <a:lnTo>
                    <a:pt x="16176" y="398431"/>
                  </a:lnTo>
                  <a:cubicBezTo>
                    <a:pt x="10547" y="398431"/>
                    <a:pt x="5323" y="395504"/>
                    <a:pt x="2382" y="390704"/>
                  </a:cubicBezTo>
                  <a:cubicBezTo>
                    <a:pt x="-558" y="385904"/>
                    <a:pt x="-792" y="379920"/>
                    <a:pt x="1766" y="374905"/>
                  </a:cubicBezTo>
                  <a:lnTo>
                    <a:pt x="180970" y="23525"/>
                  </a:lnTo>
                  <a:cubicBezTo>
                    <a:pt x="188333" y="9088"/>
                    <a:pt x="203170" y="0"/>
                    <a:pt x="219376" y="0"/>
                  </a:cubicBezTo>
                  <a:close/>
                </a:path>
              </a:pathLst>
            </a:custGeom>
            <a:solidFill>
              <a:srgbClr val="EDF6F9"/>
            </a:solidFill>
          </p:spPr>
          <p:txBody>
            <a:bodyPr/>
            <a:lstStyle/>
            <a:p>
              <a:endParaRPr lang="en-GB"/>
            </a:p>
          </p:txBody>
        </p:sp>
        <p:sp>
          <p:nvSpPr>
            <p:cNvPr id="28" name="TextBox 28">
              <a:extLst>
                <a:ext uri="{FF2B5EF4-FFF2-40B4-BE49-F238E27FC236}">
                  <a16:creationId xmlns:a16="http://schemas.microsoft.com/office/drawing/2014/main" id="{627A31B3-7001-751B-E329-0F63EF1FB8C3}"/>
                </a:ext>
              </a:extLst>
            </p:cNvPr>
            <p:cNvSpPr txBox="1"/>
            <p:nvPr/>
          </p:nvSpPr>
          <p:spPr>
            <a:xfrm>
              <a:off x="101600" y="-38100"/>
              <a:ext cx="2043991" cy="436531"/>
            </a:xfrm>
            <a:prstGeom prst="rect">
              <a:avLst/>
            </a:prstGeom>
          </p:spPr>
          <p:txBody>
            <a:bodyPr lIns="50800" tIns="50800" rIns="50800" bIns="50800" rtlCol="0" anchor="ctr"/>
            <a:lstStyle/>
            <a:p>
              <a:pPr algn="ctr">
                <a:lnSpc>
                  <a:spcPts val="2659"/>
                </a:lnSpc>
              </a:pPr>
              <a:endParaRPr/>
            </a:p>
          </p:txBody>
        </p:sp>
      </p:grpSp>
      <p:grpSp>
        <p:nvGrpSpPr>
          <p:cNvPr id="29" name="Group 29">
            <a:extLst>
              <a:ext uri="{FF2B5EF4-FFF2-40B4-BE49-F238E27FC236}">
                <a16:creationId xmlns:a16="http://schemas.microsoft.com/office/drawing/2014/main" id="{A3F642CB-C40C-56EA-12E9-D4F5BA07482B}"/>
              </a:ext>
            </a:extLst>
          </p:cNvPr>
          <p:cNvGrpSpPr/>
          <p:nvPr/>
        </p:nvGrpSpPr>
        <p:grpSpPr>
          <a:xfrm>
            <a:off x="8058898" y="3600164"/>
            <a:ext cx="4397454" cy="779676"/>
            <a:chOff x="0" y="0"/>
            <a:chExt cx="2247191" cy="398431"/>
          </a:xfrm>
        </p:grpSpPr>
        <p:sp>
          <p:nvSpPr>
            <p:cNvPr id="30" name="Freeform 30">
              <a:extLst>
                <a:ext uri="{FF2B5EF4-FFF2-40B4-BE49-F238E27FC236}">
                  <a16:creationId xmlns:a16="http://schemas.microsoft.com/office/drawing/2014/main" id="{77C4865E-E594-9212-4B91-41727B49027A}"/>
                </a:ext>
              </a:extLst>
            </p:cNvPr>
            <p:cNvSpPr/>
            <p:nvPr/>
          </p:nvSpPr>
          <p:spPr>
            <a:xfrm>
              <a:off x="10232" y="0"/>
              <a:ext cx="2226727" cy="398431"/>
            </a:xfrm>
            <a:custGeom>
              <a:avLst/>
              <a:gdLst/>
              <a:ahLst/>
              <a:cxnLst/>
              <a:rect l="l" t="t" r="r" b="b"/>
              <a:pathLst>
                <a:path w="2226727" h="398431">
                  <a:moveTo>
                    <a:pt x="219376" y="0"/>
                  </a:moveTo>
                  <a:lnTo>
                    <a:pt x="2210551" y="0"/>
                  </a:lnTo>
                  <a:cubicBezTo>
                    <a:pt x="2216180" y="0"/>
                    <a:pt x="2221405" y="2926"/>
                    <a:pt x="2224345" y="7727"/>
                  </a:cubicBezTo>
                  <a:cubicBezTo>
                    <a:pt x="2227285" y="12527"/>
                    <a:pt x="2227519" y="18511"/>
                    <a:pt x="2224961" y="23525"/>
                  </a:cubicBezTo>
                  <a:lnTo>
                    <a:pt x="2045757" y="374905"/>
                  </a:lnTo>
                  <a:cubicBezTo>
                    <a:pt x="2038394" y="389342"/>
                    <a:pt x="2023557" y="398431"/>
                    <a:pt x="2007351" y="398431"/>
                  </a:cubicBezTo>
                  <a:lnTo>
                    <a:pt x="16176" y="398431"/>
                  </a:lnTo>
                  <a:cubicBezTo>
                    <a:pt x="10547" y="398431"/>
                    <a:pt x="5323" y="395504"/>
                    <a:pt x="2382" y="390704"/>
                  </a:cubicBezTo>
                  <a:cubicBezTo>
                    <a:pt x="-558" y="385904"/>
                    <a:pt x="-792" y="379920"/>
                    <a:pt x="1766" y="374905"/>
                  </a:cubicBezTo>
                  <a:lnTo>
                    <a:pt x="180970" y="23525"/>
                  </a:lnTo>
                  <a:cubicBezTo>
                    <a:pt x="188333" y="9088"/>
                    <a:pt x="203170" y="0"/>
                    <a:pt x="219376" y="0"/>
                  </a:cubicBezTo>
                  <a:close/>
                </a:path>
              </a:pathLst>
            </a:custGeom>
            <a:solidFill>
              <a:srgbClr val="EDF6F9"/>
            </a:solidFill>
          </p:spPr>
          <p:txBody>
            <a:bodyPr/>
            <a:lstStyle/>
            <a:p>
              <a:endParaRPr lang="en-GB"/>
            </a:p>
          </p:txBody>
        </p:sp>
        <p:sp>
          <p:nvSpPr>
            <p:cNvPr id="31" name="TextBox 31">
              <a:extLst>
                <a:ext uri="{FF2B5EF4-FFF2-40B4-BE49-F238E27FC236}">
                  <a16:creationId xmlns:a16="http://schemas.microsoft.com/office/drawing/2014/main" id="{46DC1C80-FD96-8DFA-2AE2-5B2720BECB9B}"/>
                </a:ext>
              </a:extLst>
            </p:cNvPr>
            <p:cNvSpPr txBox="1"/>
            <p:nvPr/>
          </p:nvSpPr>
          <p:spPr>
            <a:xfrm>
              <a:off x="101600" y="-38100"/>
              <a:ext cx="2043991" cy="436531"/>
            </a:xfrm>
            <a:prstGeom prst="rect">
              <a:avLst/>
            </a:prstGeom>
          </p:spPr>
          <p:txBody>
            <a:bodyPr lIns="50800" tIns="50800" rIns="50800" bIns="50800" rtlCol="0" anchor="ctr"/>
            <a:lstStyle/>
            <a:p>
              <a:pPr algn="ctr">
                <a:lnSpc>
                  <a:spcPts val="2659"/>
                </a:lnSpc>
              </a:pPr>
              <a:endParaRPr/>
            </a:p>
          </p:txBody>
        </p:sp>
      </p:grpSp>
      <p:grpSp>
        <p:nvGrpSpPr>
          <p:cNvPr id="32" name="Group 32">
            <a:extLst>
              <a:ext uri="{FF2B5EF4-FFF2-40B4-BE49-F238E27FC236}">
                <a16:creationId xmlns:a16="http://schemas.microsoft.com/office/drawing/2014/main" id="{73D6C4C3-CB09-F29A-172B-AEAA7C535D7E}"/>
              </a:ext>
            </a:extLst>
          </p:cNvPr>
          <p:cNvGrpSpPr/>
          <p:nvPr/>
        </p:nvGrpSpPr>
        <p:grpSpPr>
          <a:xfrm>
            <a:off x="8058898" y="6500553"/>
            <a:ext cx="4397454" cy="779676"/>
            <a:chOff x="0" y="0"/>
            <a:chExt cx="2247191" cy="398431"/>
          </a:xfrm>
        </p:grpSpPr>
        <p:sp>
          <p:nvSpPr>
            <p:cNvPr id="33" name="Freeform 33">
              <a:extLst>
                <a:ext uri="{FF2B5EF4-FFF2-40B4-BE49-F238E27FC236}">
                  <a16:creationId xmlns:a16="http://schemas.microsoft.com/office/drawing/2014/main" id="{0EC995C0-C0B7-E25E-5BF3-97859E9CFE17}"/>
                </a:ext>
              </a:extLst>
            </p:cNvPr>
            <p:cNvSpPr/>
            <p:nvPr/>
          </p:nvSpPr>
          <p:spPr>
            <a:xfrm>
              <a:off x="10232" y="0"/>
              <a:ext cx="2226727" cy="398431"/>
            </a:xfrm>
            <a:custGeom>
              <a:avLst/>
              <a:gdLst/>
              <a:ahLst/>
              <a:cxnLst/>
              <a:rect l="l" t="t" r="r" b="b"/>
              <a:pathLst>
                <a:path w="2226727" h="398431">
                  <a:moveTo>
                    <a:pt x="219376" y="0"/>
                  </a:moveTo>
                  <a:lnTo>
                    <a:pt x="2210551" y="0"/>
                  </a:lnTo>
                  <a:cubicBezTo>
                    <a:pt x="2216180" y="0"/>
                    <a:pt x="2221405" y="2926"/>
                    <a:pt x="2224345" y="7727"/>
                  </a:cubicBezTo>
                  <a:cubicBezTo>
                    <a:pt x="2227285" y="12527"/>
                    <a:pt x="2227519" y="18511"/>
                    <a:pt x="2224961" y="23525"/>
                  </a:cubicBezTo>
                  <a:lnTo>
                    <a:pt x="2045757" y="374905"/>
                  </a:lnTo>
                  <a:cubicBezTo>
                    <a:pt x="2038394" y="389342"/>
                    <a:pt x="2023557" y="398431"/>
                    <a:pt x="2007351" y="398431"/>
                  </a:cubicBezTo>
                  <a:lnTo>
                    <a:pt x="16176" y="398431"/>
                  </a:lnTo>
                  <a:cubicBezTo>
                    <a:pt x="10547" y="398431"/>
                    <a:pt x="5323" y="395504"/>
                    <a:pt x="2382" y="390704"/>
                  </a:cubicBezTo>
                  <a:cubicBezTo>
                    <a:pt x="-558" y="385904"/>
                    <a:pt x="-792" y="379920"/>
                    <a:pt x="1766" y="374905"/>
                  </a:cubicBezTo>
                  <a:lnTo>
                    <a:pt x="180970" y="23525"/>
                  </a:lnTo>
                  <a:cubicBezTo>
                    <a:pt x="188333" y="9088"/>
                    <a:pt x="203170" y="0"/>
                    <a:pt x="219376" y="0"/>
                  </a:cubicBezTo>
                  <a:close/>
                </a:path>
              </a:pathLst>
            </a:custGeom>
            <a:solidFill>
              <a:srgbClr val="EDF6F9"/>
            </a:solidFill>
          </p:spPr>
          <p:txBody>
            <a:bodyPr/>
            <a:lstStyle/>
            <a:p>
              <a:endParaRPr lang="en-GB"/>
            </a:p>
          </p:txBody>
        </p:sp>
        <p:sp>
          <p:nvSpPr>
            <p:cNvPr id="34" name="TextBox 34">
              <a:extLst>
                <a:ext uri="{FF2B5EF4-FFF2-40B4-BE49-F238E27FC236}">
                  <a16:creationId xmlns:a16="http://schemas.microsoft.com/office/drawing/2014/main" id="{98700C55-D52F-D9D2-777C-B87FFE0AC026}"/>
                </a:ext>
              </a:extLst>
            </p:cNvPr>
            <p:cNvSpPr txBox="1"/>
            <p:nvPr/>
          </p:nvSpPr>
          <p:spPr>
            <a:xfrm>
              <a:off x="101600" y="-38100"/>
              <a:ext cx="2043991" cy="436531"/>
            </a:xfrm>
            <a:prstGeom prst="rect">
              <a:avLst/>
            </a:prstGeom>
          </p:spPr>
          <p:txBody>
            <a:bodyPr lIns="50800" tIns="50800" rIns="50800" bIns="50800" rtlCol="0" anchor="ctr"/>
            <a:lstStyle/>
            <a:p>
              <a:pPr algn="ctr">
                <a:lnSpc>
                  <a:spcPts val="2659"/>
                </a:lnSpc>
              </a:pPr>
              <a:endParaRPr/>
            </a:p>
          </p:txBody>
        </p:sp>
      </p:grpSp>
      <p:grpSp>
        <p:nvGrpSpPr>
          <p:cNvPr id="35" name="Group 35">
            <a:extLst>
              <a:ext uri="{FF2B5EF4-FFF2-40B4-BE49-F238E27FC236}">
                <a16:creationId xmlns:a16="http://schemas.microsoft.com/office/drawing/2014/main" id="{7E5201B8-5595-5354-CA81-38839D2F6799}"/>
              </a:ext>
            </a:extLst>
          </p:cNvPr>
          <p:cNvGrpSpPr/>
          <p:nvPr/>
        </p:nvGrpSpPr>
        <p:grpSpPr>
          <a:xfrm>
            <a:off x="13381078" y="3600164"/>
            <a:ext cx="4397454" cy="779676"/>
            <a:chOff x="0" y="0"/>
            <a:chExt cx="2247191" cy="398431"/>
          </a:xfrm>
        </p:grpSpPr>
        <p:sp>
          <p:nvSpPr>
            <p:cNvPr id="36" name="Freeform 36">
              <a:extLst>
                <a:ext uri="{FF2B5EF4-FFF2-40B4-BE49-F238E27FC236}">
                  <a16:creationId xmlns:a16="http://schemas.microsoft.com/office/drawing/2014/main" id="{80103380-BF93-20B1-9146-654C59E322BF}"/>
                </a:ext>
              </a:extLst>
            </p:cNvPr>
            <p:cNvSpPr/>
            <p:nvPr/>
          </p:nvSpPr>
          <p:spPr>
            <a:xfrm>
              <a:off x="10232" y="0"/>
              <a:ext cx="2226727" cy="398431"/>
            </a:xfrm>
            <a:custGeom>
              <a:avLst/>
              <a:gdLst/>
              <a:ahLst/>
              <a:cxnLst/>
              <a:rect l="l" t="t" r="r" b="b"/>
              <a:pathLst>
                <a:path w="2226727" h="398431">
                  <a:moveTo>
                    <a:pt x="219376" y="0"/>
                  </a:moveTo>
                  <a:lnTo>
                    <a:pt x="2210551" y="0"/>
                  </a:lnTo>
                  <a:cubicBezTo>
                    <a:pt x="2216180" y="0"/>
                    <a:pt x="2221405" y="2926"/>
                    <a:pt x="2224345" y="7727"/>
                  </a:cubicBezTo>
                  <a:cubicBezTo>
                    <a:pt x="2227285" y="12527"/>
                    <a:pt x="2227519" y="18511"/>
                    <a:pt x="2224961" y="23525"/>
                  </a:cubicBezTo>
                  <a:lnTo>
                    <a:pt x="2045757" y="374905"/>
                  </a:lnTo>
                  <a:cubicBezTo>
                    <a:pt x="2038394" y="389342"/>
                    <a:pt x="2023557" y="398431"/>
                    <a:pt x="2007351" y="398431"/>
                  </a:cubicBezTo>
                  <a:lnTo>
                    <a:pt x="16176" y="398431"/>
                  </a:lnTo>
                  <a:cubicBezTo>
                    <a:pt x="10547" y="398431"/>
                    <a:pt x="5323" y="395504"/>
                    <a:pt x="2382" y="390704"/>
                  </a:cubicBezTo>
                  <a:cubicBezTo>
                    <a:pt x="-558" y="385904"/>
                    <a:pt x="-792" y="379920"/>
                    <a:pt x="1766" y="374905"/>
                  </a:cubicBezTo>
                  <a:lnTo>
                    <a:pt x="180970" y="23525"/>
                  </a:lnTo>
                  <a:cubicBezTo>
                    <a:pt x="188333" y="9088"/>
                    <a:pt x="203170" y="0"/>
                    <a:pt x="219376" y="0"/>
                  </a:cubicBezTo>
                  <a:close/>
                </a:path>
              </a:pathLst>
            </a:custGeom>
            <a:solidFill>
              <a:srgbClr val="EDF6F9"/>
            </a:solidFill>
          </p:spPr>
          <p:txBody>
            <a:bodyPr/>
            <a:lstStyle/>
            <a:p>
              <a:endParaRPr lang="en-GB"/>
            </a:p>
          </p:txBody>
        </p:sp>
        <p:sp>
          <p:nvSpPr>
            <p:cNvPr id="37" name="TextBox 37">
              <a:extLst>
                <a:ext uri="{FF2B5EF4-FFF2-40B4-BE49-F238E27FC236}">
                  <a16:creationId xmlns:a16="http://schemas.microsoft.com/office/drawing/2014/main" id="{92028756-1F6D-2AA2-4417-B883D602B038}"/>
                </a:ext>
              </a:extLst>
            </p:cNvPr>
            <p:cNvSpPr txBox="1"/>
            <p:nvPr/>
          </p:nvSpPr>
          <p:spPr>
            <a:xfrm>
              <a:off x="101600" y="-38100"/>
              <a:ext cx="2043991" cy="436531"/>
            </a:xfrm>
            <a:prstGeom prst="rect">
              <a:avLst/>
            </a:prstGeom>
          </p:spPr>
          <p:txBody>
            <a:bodyPr lIns="50800" tIns="50800" rIns="50800" bIns="50800" rtlCol="0" anchor="ctr"/>
            <a:lstStyle/>
            <a:p>
              <a:pPr algn="ctr">
                <a:lnSpc>
                  <a:spcPts val="2659"/>
                </a:lnSpc>
              </a:pPr>
              <a:endParaRPr/>
            </a:p>
          </p:txBody>
        </p:sp>
      </p:grpSp>
      <p:grpSp>
        <p:nvGrpSpPr>
          <p:cNvPr id="38" name="Group 38">
            <a:extLst>
              <a:ext uri="{FF2B5EF4-FFF2-40B4-BE49-F238E27FC236}">
                <a16:creationId xmlns:a16="http://schemas.microsoft.com/office/drawing/2014/main" id="{4461DF9D-9F05-70F9-893F-6C3A829D31B9}"/>
              </a:ext>
            </a:extLst>
          </p:cNvPr>
          <p:cNvGrpSpPr/>
          <p:nvPr/>
        </p:nvGrpSpPr>
        <p:grpSpPr>
          <a:xfrm>
            <a:off x="13381078" y="6500553"/>
            <a:ext cx="4397454" cy="779676"/>
            <a:chOff x="0" y="0"/>
            <a:chExt cx="2247191" cy="398431"/>
          </a:xfrm>
        </p:grpSpPr>
        <p:sp>
          <p:nvSpPr>
            <p:cNvPr id="39" name="Freeform 39">
              <a:extLst>
                <a:ext uri="{FF2B5EF4-FFF2-40B4-BE49-F238E27FC236}">
                  <a16:creationId xmlns:a16="http://schemas.microsoft.com/office/drawing/2014/main" id="{CCD8A7D4-1FD1-7741-66DA-2E5D0BC5E307}"/>
                </a:ext>
              </a:extLst>
            </p:cNvPr>
            <p:cNvSpPr/>
            <p:nvPr/>
          </p:nvSpPr>
          <p:spPr>
            <a:xfrm>
              <a:off x="10232" y="0"/>
              <a:ext cx="2226727" cy="398431"/>
            </a:xfrm>
            <a:custGeom>
              <a:avLst/>
              <a:gdLst/>
              <a:ahLst/>
              <a:cxnLst/>
              <a:rect l="l" t="t" r="r" b="b"/>
              <a:pathLst>
                <a:path w="2226727" h="398431">
                  <a:moveTo>
                    <a:pt x="219376" y="0"/>
                  </a:moveTo>
                  <a:lnTo>
                    <a:pt x="2210551" y="0"/>
                  </a:lnTo>
                  <a:cubicBezTo>
                    <a:pt x="2216180" y="0"/>
                    <a:pt x="2221405" y="2926"/>
                    <a:pt x="2224345" y="7727"/>
                  </a:cubicBezTo>
                  <a:cubicBezTo>
                    <a:pt x="2227285" y="12527"/>
                    <a:pt x="2227519" y="18511"/>
                    <a:pt x="2224961" y="23525"/>
                  </a:cubicBezTo>
                  <a:lnTo>
                    <a:pt x="2045757" y="374905"/>
                  </a:lnTo>
                  <a:cubicBezTo>
                    <a:pt x="2038394" y="389342"/>
                    <a:pt x="2023557" y="398431"/>
                    <a:pt x="2007351" y="398431"/>
                  </a:cubicBezTo>
                  <a:lnTo>
                    <a:pt x="16176" y="398431"/>
                  </a:lnTo>
                  <a:cubicBezTo>
                    <a:pt x="10547" y="398431"/>
                    <a:pt x="5323" y="395504"/>
                    <a:pt x="2382" y="390704"/>
                  </a:cubicBezTo>
                  <a:cubicBezTo>
                    <a:pt x="-558" y="385904"/>
                    <a:pt x="-792" y="379920"/>
                    <a:pt x="1766" y="374905"/>
                  </a:cubicBezTo>
                  <a:lnTo>
                    <a:pt x="180970" y="23525"/>
                  </a:lnTo>
                  <a:cubicBezTo>
                    <a:pt x="188333" y="9088"/>
                    <a:pt x="203170" y="0"/>
                    <a:pt x="219376" y="0"/>
                  </a:cubicBezTo>
                  <a:close/>
                </a:path>
              </a:pathLst>
            </a:custGeom>
            <a:solidFill>
              <a:srgbClr val="EDF6F9"/>
            </a:solidFill>
          </p:spPr>
          <p:txBody>
            <a:bodyPr/>
            <a:lstStyle/>
            <a:p>
              <a:endParaRPr lang="en-GB"/>
            </a:p>
          </p:txBody>
        </p:sp>
        <p:sp>
          <p:nvSpPr>
            <p:cNvPr id="40" name="TextBox 40">
              <a:extLst>
                <a:ext uri="{FF2B5EF4-FFF2-40B4-BE49-F238E27FC236}">
                  <a16:creationId xmlns:a16="http://schemas.microsoft.com/office/drawing/2014/main" id="{3F593F32-B100-AE7B-F0C3-7530BF6084A9}"/>
                </a:ext>
              </a:extLst>
            </p:cNvPr>
            <p:cNvSpPr txBox="1"/>
            <p:nvPr/>
          </p:nvSpPr>
          <p:spPr>
            <a:xfrm>
              <a:off x="101600" y="-38100"/>
              <a:ext cx="2043991" cy="436531"/>
            </a:xfrm>
            <a:prstGeom prst="rect">
              <a:avLst/>
            </a:prstGeom>
          </p:spPr>
          <p:txBody>
            <a:bodyPr lIns="50800" tIns="50800" rIns="50800" bIns="50800" rtlCol="0" anchor="ctr"/>
            <a:lstStyle/>
            <a:p>
              <a:pPr algn="ctr">
                <a:lnSpc>
                  <a:spcPts val="2659"/>
                </a:lnSpc>
              </a:pPr>
              <a:endParaRPr/>
            </a:p>
          </p:txBody>
        </p:sp>
      </p:grpSp>
      <p:sp>
        <p:nvSpPr>
          <p:cNvPr id="41" name="TextBox 41">
            <a:extLst>
              <a:ext uri="{FF2B5EF4-FFF2-40B4-BE49-F238E27FC236}">
                <a16:creationId xmlns:a16="http://schemas.microsoft.com/office/drawing/2014/main" id="{320109AC-6AA4-D2FD-8492-34F5B1D9229C}"/>
              </a:ext>
            </a:extLst>
          </p:cNvPr>
          <p:cNvSpPr txBox="1"/>
          <p:nvPr/>
        </p:nvSpPr>
        <p:spPr>
          <a:xfrm>
            <a:off x="1959070" y="3877391"/>
            <a:ext cx="749874" cy="448382"/>
          </a:xfrm>
          <a:prstGeom prst="rect">
            <a:avLst/>
          </a:prstGeom>
        </p:spPr>
        <p:txBody>
          <a:bodyPr lIns="0" tIns="0" rIns="0" bIns="0" rtlCol="0" anchor="t">
            <a:spAutoFit/>
          </a:bodyPr>
          <a:lstStyle/>
          <a:p>
            <a:pPr algn="ctr">
              <a:lnSpc>
                <a:spcPts val="3399"/>
              </a:lnSpc>
            </a:pPr>
            <a:r>
              <a:rPr lang="en-US" sz="3399">
                <a:solidFill>
                  <a:srgbClr val="FFFFFF"/>
                </a:solidFill>
                <a:latin typeface="Rubik One"/>
                <a:ea typeface="Rubik One"/>
                <a:cs typeface="Rubik One"/>
                <a:sym typeface="Rubik One"/>
              </a:rPr>
              <a:t>01</a:t>
            </a:r>
          </a:p>
        </p:txBody>
      </p:sp>
      <p:sp>
        <p:nvSpPr>
          <p:cNvPr id="42" name="TextBox 42">
            <a:extLst>
              <a:ext uri="{FF2B5EF4-FFF2-40B4-BE49-F238E27FC236}">
                <a16:creationId xmlns:a16="http://schemas.microsoft.com/office/drawing/2014/main" id="{C3922565-5310-13C0-93EB-7C305FD4B1A4}"/>
              </a:ext>
            </a:extLst>
          </p:cNvPr>
          <p:cNvSpPr txBox="1"/>
          <p:nvPr/>
        </p:nvSpPr>
        <p:spPr>
          <a:xfrm>
            <a:off x="1959070" y="6831848"/>
            <a:ext cx="749874" cy="448382"/>
          </a:xfrm>
          <a:prstGeom prst="rect">
            <a:avLst/>
          </a:prstGeom>
        </p:spPr>
        <p:txBody>
          <a:bodyPr lIns="0" tIns="0" rIns="0" bIns="0" rtlCol="0" anchor="t">
            <a:spAutoFit/>
          </a:bodyPr>
          <a:lstStyle/>
          <a:p>
            <a:pPr algn="ctr">
              <a:lnSpc>
                <a:spcPts val="3399"/>
              </a:lnSpc>
            </a:pPr>
            <a:r>
              <a:rPr lang="en-US" sz="3399">
                <a:solidFill>
                  <a:srgbClr val="FFFFFF"/>
                </a:solidFill>
                <a:latin typeface="Rubik One"/>
                <a:ea typeface="Rubik One"/>
                <a:cs typeface="Rubik One"/>
                <a:sym typeface="Rubik One"/>
              </a:rPr>
              <a:t>04</a:t>
            </a:r>
          </a:p>
        </p:txBody>
      </p:sp>
      <p:sp>
        <p:nvSpPr>
          <p:cNvPr id="43" name="TextBox 43">
            <a:extLst>
              <a:ext uri="{FF2B5EF4-FFF2-40B4-BE49-F238E27FC236}">
                <a16:creationId xmlns:a16="http://schemas.microsoft.com/office/drawing/2014/main" id="{6C2F755D-F673-5BFA-AFA8-FB6AA2994183}"/>
              </a:ext>
            </a:extLst>
          </p:cNvPr>
          <p:cNvSpPr txBox="1"/>
          <p:nvPr/>
        </p:nvSpPr>
        <p:spPr>
          <a:xfrm>
            <a:off x="7309024" y="3877391"/>
            <a:ext cx="749874" cy="448382"/>
          </a:xfrm>
          <a:prstGeom prst="rect">
            <a:avLst/>
          </a:prstGeom>
        </p:spPr>
        <p:txBody>
          <a:bodyPr lIns="0" tIns="0" rIns="0" bIns="0" rtlCol="0" anchor="t">
            <a:spAutoFit/>
          </a:bodyPr>
          <a:lstStyle/>
          <a:p>
            <a:pPr algn="ctr">
              <a:lnSpc>
                <a:spcPts val="3399"/>
              </a:lnSpc>
            </a:pPr>
            <a:r>
              <a:rPr lang="en-US" sz="3399">
                <a:solidFill>
                  <a:srgbClr val="FFFFFF"/>
                </a:solidFill>
                <a:latin typeface="Rubik One"/>
                <a:ea typeface="Rubik One"/>
                <a:cs typeface="Rubik One"/>
                <a:sym typeface="Rubik One"/>
              </a:rPr>
              <a:t>02</a:t>
            </a:r>
          </a:p>
        </p:txBody>
      </p:sp>
      <p:sp>
        <p:nvSpPr>
          <p:cNvPr id="44" name="TextBox 44">
            <a:extLst>
              <a:ext uri="{FF2B5EF4-FFF2-40B4-BE49-F238E27FC236}">
                <a16:creationId xmlns:a16="http://schemas.microsoft.com/office/drawing/2014/main" id="{D2747A10-4EA8-ECB0-4EBE-CE54404EA5D6}"/>
              </a:ext>
            </a:extLst>
          </p:cNvPr>
          <p:cNvSpPr txBox="1"/>
          <p:nvPr/>
        </p:nvSpPr>
        <p:spPr>
          <a:xfrm>
            <a:off x="7309024" y="6831848"/>
            <a:ext cx="749874" cy="448382"/>
          </a:xfrm>
          <a:prstGeom prst="rect">
            <a:avLst/>
          </a:prstGeom>
        </p:spPr>
        <p:txBody>
          <a:bodyPr lIns="0" tIns="0" rIns="0" bIns="0" rtlCol="0" anchor="t">
            <a:spAutoFit/>
          </a:bodyPr>
          <a:lstStyle/>
          <a:p>
            <a:pPr algn="ctr">
              <a:lnSpc>
                <a:spcPts val="3399"/>
              </a:lnSpc>
            </a:pPr>
            <a:r>
              <a:rPr lang="en-US" sz="3399">
                <a:solidFill>
                  <a:srgbClr val="FFFFFF"/>
                </a:solidFill>
                <a:latin typeface="Rubik One"/>
                <a:ea typeface="Rubik One"/>
                <a:cs typeface="Rubik One"/>
                <a:sym typeface="Rubik One"/>
              </a:rPr>
              <a:t>05</a:t>
            </a:r>
          </a:p>
        </p:txBody>
      </p:sp>
      <p:sp>
        <p:nvSpPr>
          <p:cNvPr id="45" name="TextBox 45">
            <a:extLst>
              <a:ext uri="{FF2B5EF4-FFF2-40B4-BE49-F238E27FC236}">
                <a16:creationId xmlns:a16="http://schemas.microsoft.com/office/drawing/2014/main" id="{B9664E7B-22EB-7511-2D37-7DF30AD9086C}"/>
              </a:ext>
            </a:extLst>
          </p:cNvPr>
          <p:cNvSpPr txBox="1"/>
          <p:nvPr/>
        </p:nvSpPr>
        <p:spPr>
          <a:xfrm>
            <a:off x="12631204" y="3877391"/>
            <a:ext cx="749874" cy="448382"/>
          </a:xfrm>
          <a:prstGeom prst="rect">
            <a:avLst/>
          </a:prstGeom>
        </p:spPr>
        <p:txBody>
          <a:bodyPr lIns="0" tIns="0" rIns="0" bIns="0" rtlCol="0" anchor="t">
            <a:spAutoFit/>
          </a:bodyPr>
          <a:lstStyle/>
          <a:p>
            <a:pPr algn="ctr">
              <a:lnSpc>
                <a:spcPts val="3399"/>
              </a:lnSpc>
            </a:pPr>
            <a:r>
              <a:rPr lang="en-US" sz="3399">
                <a:solidFill>
                  <a:srgbClr val="FFFFFF"/>
                </a:solidFill>
                <a:latin typeface="Rubik One"/>
                <a:ea typeface="Rubik One"/>
                <a:cs typeface="Rubik One"/>
                <a:sym typeface="Rubik One"/>
              </a:rPr>
              <a:t>03</a:t>
            </a:r>
          </a:p>
        </p:txBody>
      </p:sp>
      <p:sp>
        <p:nvSpPr>
          <p:cNvPr id="46" name="TextBox 46">
            <a:extLst>
              <a:ext uri="{FF2B5EF4-FFF2-40B4-BE49-F238E27FC236}">
                <a16:creationId xmlns:a16="http://schemas.microsoft.com/office/drawing/2014/main" id="{680E341F-8694-780A-4176-472FC8768DB9}"/>
              </a:ext>
            </a:extLst>
          </p:cNvPr>
          <p:cNvSpPr txBox="1"/>
          <p:nvPr/>
        </p:nvSpPr>
        <p:spPr>
          <a:xfrm>
            <a:off x="12631204" y="6831848"/>
            <a:ext cx="749874" cy="448382"/>
          </a:xfrm>
          <a:prstGeom prst="rect">
            <a:avLst/>
          </a:prstGeom>
        </p:spPr>
        <p:txBody>
          <a:bodyPr lIns="0" tIns="0" rIns="0" bIns="0" rtlCol="0" anchor="t">
            <a:spAutoFit/>
          </a:bodyPr>
          <a:lstStyle/>
          <a:p>
            <a:pPr algn="ctr">
              <a:lnSpc>
                <a:spcPts val="3399"/>
              </a:lnSpc>
            </a:pPr>
            <a:r>
              <a:rPr lang="en-US" sz="3399">
                <a:solidFill>
                  <a:srgbClr val="FFFFFF"/>
                </a:solidFill>
                <a:latin typeface="Rubik One"/>
                <a:ea typeface="Rubik One"/>
                <a:cs typeface="Rubik One"/>
                <a:sym typeface="Rubik One"/>
              </a:rPr>
              <a:t>06</a:t>
            </a:r>
          </a:p>
        </p:txBody>
      </p:sp>
      <p:sp>
        <p:nvSpPr>
          <p:cNvPr id="47" name="TextBox 47">
            <a:extLst>
              <a:ext uri="{FF2B5EF4-FFF2-40B4-BE49-F238E27FC236}">
                <a16:creationId xmlns:a16="http://schemas.microsoft.com/office/drawing/2014/main" id="{DCC1E210-E265-29A0-DA2B-26BB8A615696}"/>
              </a:ext>
            </a:extLst>
          </p:cNvPr>
          <p:cNvSpPr txBox="1"/>
          <p:nvPr/>
        </p:nvSpPr>
        <p:spPr>
          <a:xfrm>
            <a:off x="1819925" y="4598915"/>
            <a:ext cx="4192549" cy="1102574"/>
          </a:xfrm>
          <a:prstGeom prst="rect">
            <a:avLst/>
          </a:prstGeom>
        </p:spPr>
        <p:txBody>
          <a:bodyPr lIns="0" tIns="0" rIns="0" bIns="0" rtlCol="0" anchor="t">
            <a:spAutoFit/>
          </a:bodyPr>
          <a:lstStyle/>
          <a:p>
            <a:pPr algn="l">
              <a:lnSpc>
                <a:spcPts val="2239"/>
              </a:lnSpc>
            </a:pPr>
            <a:r>
              <a:rPr lang="en-US" sz="1599" spc="39">
                <a:solidFill>
                  <a:srgbClr val="FFFFFF"/>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turpis</a:t>
            </a:r>
          </a:p>
        </p:txBody>
      </p:sp>
      <p:sp>
        <p:nvSpPr>
          <p:cNvPr id="48" name="TextBox 48">
            <a:extLst>
              <a:ext uri="{FF2B5EF4-FFF2-40B4-BE49-F238E27FC236}">
                <a16:creationId xmlns:a16="http://schemas.microsoft.com/office/drawing/2014/main" id="{72BAE5D1-DA2C-94EA-BE7C-88B02D6B62DD}"/>
              </a:ext>
            </a:extLst>
          </p:cNvPr>
          <p:cNvSpPr txBox="1"/>
          <p:nvPr/>
        </p:nvSpPr>
        <p:spPr>
          <a:xfrm>
            <a:off x="1819925" y="7499304"/>
            <a:ext cx="4192549" cy="1102574"/>
          </a:xfrm>
          <a:prstGeom prst="rect">
            <a:avLst/>
          </a:prstGeom>
        </p:spPr>
        <p:txBody>
          <a:bodyPr lIns="0" tIns="0" rIns="0" bIns="0" rtlCol="0" anchor="t">
            <a:spAutoFit/>
          </a:bodyPr>
          <a:lstStyle/>
          <a:p>
            <a:pPr algn="l">
              <a:lnSpc>
                <a:spcPts val="2239"/>
              </a:lnSpc>
            </a:pPr>
            <a:r>
              <a:rPr lang="en-US" sz="1599" spc="39">
                <a:solidFill>
                  <a:srgbClr val="FFFFFF"/>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turpis</a:t>
            </a:r>
          </a:p>
        </p:txBody>
      </p:sp>
      <p:sp>
        <p:nvSpPr>
          <p:cNvPr id="49" name="TextBox 49">
            <a:extLst>
              <a:ext uri="{FF2B5EF4-FFF2-40B4-BE49-F238E27FC236}">
                <a16:creationId xmlns:a16="http://schemas.microsoft.com/office/drawing/2014/main" id="{187FD8D3-A69E-CD50-B510-7C60C78EA4E3}"/>
              </a:ext>
            </a:extLst>
          </p:cNvPr>
          <p:cNvSpPr txBox="1"/>
          <p:nvPr/>
        </p:nvSpPr>
        <p:spPr>
          <a:xfrm>
            <a:off x="7169879" y="4598915"/>
            <a:ext cx="4192549" cy="1102574"/>
          </a:xfrm>
          <a:prstGeom prst="rect">
            <a:avLst/>
          </a:prstGeom>
        </p:spPr>
        <p:txBody>
          <a:bodyPr lIns="0" tIns="0" rIns="0" bIns="0" rtlCol="0" anchor="t">
            <a:spAutoFit/>
          </a:bodyPr>
          <a:lstStyle/>
          <a:p>
            <a:pPr algn="l">
              <a:lnSpc>
                <a:spcPts val="2239"/>
              </a:lnSpc>
            </a:pPr>
            <a:r>
              <a:rPr lang="en-US" sz="1599" spc="39">
                <a:solidFill>
                  <a:srgbClr val="FFFFFF"/>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turpis</a:t>
            </a:r>
          </a:p>
        </p:txBody>
      </p:sp>
      <p:sp>
        <p:nvSpPr>
          <p:cNvPr id="50" name="TextBox 50">
            <a:extLst>
              <a:ext uri="{FF2B5EF4-FFF2-40B4-BE49-F238E27FC236}">
                <a16:creationId xmlns:a16="http://schemas.microsoft.com/office/drawing/2014/main" id="{F6B9BFC6-67E0-BB39-7F9D-78B281848135}"/>
              </a:ext>
            </a:extLst>
          </p:cNvPr>
          <p:cNvSpPr txBox="1"/>
          <p:nvPr/>
        </p:nvSpPr>
        <p:spPr>
          <a:xfrm>
            <a:off x="7169879" y="7499304"/>
            <a:ext cx="4192549" cy="1102574"/>
          </a:xfrm>
          <a:prstGeom prst="rect">
            <a:avLst/>
          </a:prstGeom>
        </p:spPr>
        <p:txBody>
          <a:bodyPr lIns="0" tIns="0" rIns="0" bIns="0" rtlCol="0" anchor="t">
            <a:spAutoFit/>
          </a:bodyPr>
          <a:lstStyle/>
          <a:p>
            <a:pPr algn="l">
              <a:lnSpc>
                <a:spcPts val="2239"/>
              </a:lnSpc>
            </a:pPr>
            <a:r>
              <a:rPr lang="en-US" sz="1599" spc="39">
                <a:solidFill>
                  <a:srgbClr val="FFFFFF"/>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turpis</a:t>
            </a:r>
          </a:p>
        </p:txBody>
      </p:sp>
      <p:sp>
        <p:nvSpPr>
          <p:cNvPr id="51" name="TextBox 51">
            <a:extLst>
              <a:ext uri="{FF2B5EF4-FFF2-40B4-BE49-F238E27FC236}">
                <a16:creationId xmlns:a16="http://schemas.microsoft.com/office/drawing/2014/main" id="{6B365B76-523E-9EC5-8519-C185E5EAB39F}"/>
              </a:ext>
            </a:extLst>
          </p:cNvPr>
          <p:cNvSpPr txBox="1"/>
          <p:nvPr/>
        </p:nvSpPr>
        <p:spPr>
          <a:xfrm>
            <a:off x="12492059" y="4598915"/>
            <a:ext cx="4192549" cy="1102574"/>
          </a:xfrm>
          <a:prstGeom prst="rect">
            <a:avLst/>
          </a:prstGeom>
        </p:spPr>
        <p:txBody>
          <a:bodyPr lIns="0" tIns="0" rIns="0" bIns="0" rtlCol="0" anchor="t">
            <a:spAutoFit/>
          </a:bodyPr>
          <a:lstStyle/>
          <a:p>
            <a:pPr algn="l">
              <a:lnSpc>
                <a:spcPts val="2239"/>
              </a:lnSpc>
            </a:pPr>
            <a:r>
              <a:rPr lang="en-US" sz="1599" spc="39">
                <a:solidFill>
                  <a:srgbClr val="FFFFFF"/>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turpis</a:t>
            </a:r>
          </a:p>
        </p:txBody>
      </p:sp>
      <p:sp>
        <p:nvSpPr>
          <p:cNvPr id="52" name="TextBox 52">
            <a:extLst>
              <a:ext uri="{FF2B5EF4-FFF2-40B4-BE49-F238E27FC236}">
                <a16:creationId xmlns:a16="http://schemas.microsoft.com/office/drawing/2014/main" id="{13954BDF-8BBD-D331-FB01-A9CF85091AA3}"/>
              </a:ext>
            </a:extLst>
          </p:cNvPr>
          <p:cNvSpPr txBox="1"/>
          <p:nvPr/>
        </p:nvSpPr>
        <p:spPr>
          <a:xfrm>
            <a:off x="12492059" y="7499304"/>
            <a:ext cx="4192549" cy="1102574"/>
          </a:xfrm>
          <a:prstGeom prst="rect">
            <a:avLst/>
          </a:prstGeom>
        </p:spPr>
        <p:txBody>
          <a:bodyPr lIns="0" tIns="0" rIns="0" bIns="0" rtlCol="0" anchor="t">
            <a:spAutoFit/>
          </a:bodyPr>
          <a:lstStyle/>
          <a:p>
            <a:pPr algn="l">
              <a:lnSpc>
                <a:spcPts val="2239"/>
              </a:lnSpc>
            </a:pPr>
            <a:r>
              <a:rPr lang="en-US" sz="1599" spc="39">
                <a:solidFill>
                  <a:srgbClr val="FFFFFF"/>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turpis</a:t>
            </a:r>
          </a:p>
        </p:txBody>
      </p:sp>
      <p:sp>
        <p:nvSpPr>
          <p:cNvPr id="53" name="TextBox 53">
            <a:extLst>
              <a:ext uri="{FF2B5EF4-FFF2-40B4-BE49-F238E27FC236}">
                <a16:creationId xmlns:a16="http://schemas.microsoft.com/office/drawing/2014/main" id="{575F17A0-2F51-06A2-A36B-6AC76D96620E}"/>
              </a:ext>
            </a:extLst>
          </p:cNvPr>
          <p:cNvSpPr txBox="1"/>
          <p:nvPr/>
        </p:nvSpPr>
        <p:spPr>
          <a:xfrm>
            <a:off x="3116475" y="3858341"/>
            <a:ext cx="3268624" cy="448382"/>
          </a:xfrm>
          <a:prstGeom prst="rect">
            <a:avLst/>
          </a:prstGeom>
        </p:spPr>
        <p:txBody>
          <a:bodyPr lIns="0" tIns="0" rIns="0" bIns="0" rtlCol="0" anchor="t">
            <a:spAutoFit/>
          </a:bodyPr>
          <a:lstStyle/>
          <a:p>
            <a:pPr algn="l">
              <a:lnSpc>
                <a:spcPts val="3399"/>
              </a:lnSpc>
            </a:pPr>
            <a:r>
              <a:rPr lang="en-US" sz="3399">
                <a:solidFill>
                  <a:srgbClr val="0B132B"/>
                </a:solidFill>
                <a:latin typeface="Rubik One"/>
                <a:ea typeface="Rubik One"/>
                <a:cs typeface="Rubik One"/>
                <a:sym typeface="Rubik One"/>
              </a:rPr>
              <a:t>First Point</a:t>
            </a:r>
          </a:p>
        </p:txBody>
      </p:sp>
      <p:sp>
        <p:nvSpPr>
          <p:cNvPr id="54" name="TextBox 54">
            <a:extLst>
              <a:ext uri="{FF2B5EF4-FFF2-40B4-BE49-F238E27FC236}">
                <a16:creationId xmlns:a16="http://schemas.microsoft.com/office/drawing/2014/main" id="{76E05887-F455-F6A6-EADD-39CFFFFFD715}"/>
              </a:ext>
            </a:extLst>
          </p:cNvPr>
          <p:cNvSpPr txBox="1"/>
          <p:nvPr/>
        </p:nvSpPr>
        <p:spPr>
          <a:xfrm>
            <a:off x="3116475" y="6812798"/>
            <a:ext cx="3268624" cy="448310"/>
          </a:xfrm>
          <a:prstGeom prst="rect">
            <a:avLst/>
          </a:prstGeom>
        </p:spPr>
        <p:txBody>
          <a:bodyPr lIns="0" tIns="0" rIns="0" bIns="0" rtlCol="0" anchor="t">
            <a:spAutoFit/>
          </a:bodyPr>
          <a:lstStyle/>
          <a:p>
            <a:pPr algn="l">
              <a:lnSpc>
                <a:spcPts val="3399"/>
              </a:lnSpc>
            </a:pPr>
            <a:r>
              <a:rPr lang="en-US" sz="3399">
                <a:solidFill>
                  <a:srgbClr val="0B132B"/>
                </a:solidFill>
                <a:latin typeface="Rubik One"/>
                <a:ea typeface="Rubik One"/>
                <a:cs typeface="Rubik One"/>
                <a:sym typeface="Rubik One"/>
              </a:rPr>
              <a:t>Fourth Point</a:t>
            </a:r>
          </a:p>
        </p:txBody>
      </p:sp>
      <p:sp>
        <p:nvSpPr>
          <p:cNvPr id="55" name="TextBox 55">
            <a:extLst>
              <a:ext uri="{FF2B5EF4-FFF2-40B4-BE49-F238E27FC236}">
                <a16:creationId xmlns:a16="http://schemas.microsoft.com/office/drawing/2014/main" id="{547FB1E3-D16D-1C1E-B64B-C63754053FFA}"/>
              </a:ext>
            </a:extLst>
          </p:cNvPr>
          <p:cNvSpPr txBox="1"/>
          <p:nvPr/>
        </p:nvSpPr>
        <p:spPr>
          <a:xfrm>
            <a:off x="8468473" y="3858341"/>
            <a:ext cx="3268624" cy="448310"/>
          </a:xfrm>
          <a:prstGeom prst="rect">
            <a:avLst/>
          </a:prstGeom>
        </p:spPr>
        <p:txBody>
          <a:bodyPr lIns="0" tIns="0" rIns="0" bIns="0" rtlCol="0" anchor="t">
            <a:spAutoFit/>
          </a:bodyPr>
          <a:lstStyle/>
          <a:p>
            <a:pPr algn="l">
              <a:lnSpc>
                <a:spcPts val="3399"/>
              </a:lnSpc>
            </a:pPr>
            <a:r>
              <a:rPr lang="en-US" sz="3399">
                <a:solidFill>
                  <a:srgbClr val="0B132B"/>
                </a:solidFill>
                <a:latin typeface="Rubik One"/>
                <a:ea typeface="Rubik One"/>
                <a:cs typeface="Rubik One"/>
                <a:sym typeface="Rubik One"/>
              </a:rPr>
              <a:t>Second Point</a:t>
            </a:r>
          </a:p>
        </p:txBody>
      </p:sp>
      <p:sp>
        <p:nvSpPr>
          <p:cNvPr id="56" name="TextBox 56">
            <a:extLst>
              <a:ext uri="{FF2B5EF4-FFF2-40B4-BE49-F238E27FC236}">
                <a16:creationId xmlns:a16="http://schemas.microsoft.com/office/drawing/2014/main" id="{B8703200-37F4-F3E0-5C55-B3E9949D5991}"/>
              </a:ext>
            </a:extLst>
          </p:cNvPr>
          <p:cNvSpPr txBox="1"/>
          <p:nvPr/>
        </p:nvSpPr>
        <p:spPr>
          <a:xfrm>
            <a:off x="8468473" y="6812798"/>
            <a:ext cx="3268624" cy="448310"/>
          </a:xfrm>
          <a:prstGeom prst="rect">
            <a:avLst/>
          </a:prstGeom>
        </p:spPr>
        <p:txBody>
          <a:bodyPr lIns="0" tIns="0" rIns="0" bIns="0" rtlCol="0" anchor="t">
            <a:spAutoFit/>
          </a:bodyPr>
          <a:lstStyle/>
          <a:p>
            <a:pPr algn="l">
              <a:lnSpc>
                <a:spcPts val="3399"/>
              </a:lnSpc>
            </a:pPr>
            <a:r>
              <a:rPr lang="en-US" sz="3399">
                <a:solidFill>
                  <a:srgbClr val="0B132B"/>
                </a:solidFill>
                <a:latin typeface="Rubik One"/>
                <a:ea typeface="Rubik One"/>
                <a:cs typeface="Rubik One"/>
                <a:sym typeface="Rubik One"/>
              </a:rPr>
              <a:t>Fifth Point</a:t>
            </a:r>
          </a:p>
        </p:txBody>
      </p:sp>
      <p:sp>
        <p:nvSpPr>
          <p:cNvPr id="57" name="TextBox 57">
            <a:extLst>
              <a:ext uri="{FF2B5EF4-FFF2-40B4-BE49-F238E27FC236}">
                <a16:creationId xmlns:a16="http://schemas.microsoft.com/office/drawing/2014/main" id="{2156653D-0C78-842D-F5A7-1BDBAE62D2D3}"/>
              </a:ext>
            </a:extLst>
          </p:cNvPr>
          <p:cNvSpPr txBox="1"/>
          <p:nvPr/>
        </p:nvSpPr>
        <p:spPr>
          <a:xfrm>
            <a:off x="13790653" y="3858341"/>
            <a:ext cx="3268624" cy="448310"/>
          </a:xfrm>
          <a:prstGeom prst="rect">
            <a:avLst/>
          </a:prstGeom>
        </p:spPr>
        <p:txBody>
          <a:bodyPr lIns="0" tIns="0" rIns="0" bIns="0" rtlCol="0" anchor="t">
            <a:spAutoFit/>
          </a:bodyPr>
          <a:lstStyle/>
          <a:p>
            <a:pPr algn="l">
              <a:lnSpc>
                <a:spcPts val="3399"/>
              </a:lnSpc>
            </a:pPr>
            <a:r>
              <a:rPr lang="en-US" sz="3399">
                <a:solidFill>
                  <a:srgbClr val="0B132B"/>
                </a:solidFill>
                <a:latin typeface="Rubik One"/>
                <a:ea typeface="Rubik One"/>
                <a:cs typeface="Rubik One"/>
                <a:sym typeface="Rubik One"/>
              </a:rPr>
              <a:t>Three Point</a:t>
            </a:r>
          </a:p>
        </p:txBody>
      </p:sp>
      <p:sp>
        <p:nvSpPr>
          <p:cNvPr id="58" name="TextBox 58">
            <a:extLst>
              <a:ext uri="{FF2B5EF4-FFF2-40B4-BE49-F238E27FC236}">
                <a16:creationId xmlns:a16="http://schemas.microsoft.com/office/drawing/2014/main" id="{45589BF2-A33F-F647-A941-C1302FBE24D6}"/>
              </a:ext>
            </a:extLst>
          </p:cNvPr>
          <p:cNvSpPr txBox="1"/>
          <p:nvPr/>
        </p:nvSpPr>
        <p:spPr>
          <a:xfrm>
            <a:off x="13790653" y="6812798"/>
            <a:ext cx="3268624" cy="448310"/>
          </a:xfrm>
          <a:prstGeom prst="rect">
            <a:avLst/>
          </a:prstGeom>
        </p:spPr>
        <p:txBody>
          <a:bodyPr lIns="0" tIns="0" rIns="0" bIns="0" rtlCol="0" anchor="t">
            <a:spAutoFit/>
          </a:bodyPr>
          <a:lstStyle/>
          <a:p>
            <a:pPr algn="l">
              <a:lnSpc>
                <a:spcPts val="3399"/>
              </a:lnSpc>
            </a:pPr>
            <a:r>
              <a:rPr lang="en-US" sz="3399">
                <a:solidFill>
                  <a:srgbClr val="0B132B"/>
                </a:solidFill>
                <a:latin typeface="Rubik One"/>
                <a:ea typeface="Rubik One"/>
                <a:cs typeface="Rubik One"/>
                <a:sym typeface="Rubik One"/>
              </a:rPr>
              <a:t>Sixth Point</a:t>
            </a:r>
          </a:p>
        </p:txBody>
      </p:sp>
      <p:sp>
        <p:nvSpPr>
          <p:cNvPr id="59" name="TextBox 59">
            <a:extLst>
              <a:ext uri="{FF2B5EF4-FFF2-40B4-BE49-F238E27FC236}">
                <a16:creationId xmlns:a16="http://schemas.microsoft.com/office/drawing/2014/main" id="{9ECD1D0E-54B1-E373-55CC-11F5483EA379}"/>
              </a:ext>
            </a:extLst>
          </p:cNvPr>
          <p:cNvSpPr txBox="1"/>
          <p:nvPr/>
        </p:nvSpPr>
        <p:spPr>
          <a:xfrm>
            <a:off x="14877675" y="9322533"/>
            <a:ext cx="2381625" cy="240628"/>
          </a:xfrm>
          <a:prstGeom prst="rect">
            <a:avLst/>
          </a:prstGeom>
        </p:spPr>
        <p:txBody>
          <a:bodyPr lIns="0" tIns="0" rIns="0" bIns="0" rtlCol="0" anchor="t">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- 04</a:t>
            </a:r>
          </a:p>
        </p:txBody>
      </p:sp>
      <p:grpSp>
        <p:nvGrpSpPr>
          <p:cNvPr id="60" name="Group 60">
            <a:extLst>
              <a:ext uri="{FF2B5EF4-FFF2-40B4-BE49-F238E27FC236}">
                <a16:creationId xmlns:a16="http://schemas.microsoft.com/office/drawing/2014/main" id="{CFAD9C03-D992-0767-CABA-5C1E72B70B05}"/>
              </a:ext>
            </a:extLst>
          </p:cNvPr>
          <p:cNvGrpSpPr/>
          <p:nvPr/>
        </p:nvGrpSpPr>
        <p:grpSpPr>
          <a:xfrm>
            <a:off x="-3150242" y="9960324"/>
            <a:ext cx="9960587" cy="1142074"/>
            <a:chOff x="0" y="0"/>
            <a:chExt cx="2572779" cy="294993"/>
          </a:xfrm>
        </p:grpSpPr>
        <p:sp>
          <p:nvSpPr>
            <p:cNvPr id="61" name="Freeform 61">
              <a:extLst>
                <a:ext uri="{FF2B5EF4-FFF2-40B4-BE49-F238E27FC236}">
                  <a16:creationId xmlns:a16="http://schemas.microsoft.com/office/drawing/2014/main" id="{356E127A-6B45-DBE1-D545-BCFC646DF23A}"/>
                </a:ext>
              </a:extLst>
            </p:cNvPr>
            <p:cNvSpPr/>
            <p:nvPr/>
          </p:nvSpPr>
          <p:spPr>
            <a:xfrm>
              <a:off x="0" y="0"/>
              <a:ext cx="2572779" cy="294993"/>
            </a:xfrm>
            <a:custGeom>
              <a:avLst/>
              <a:gdLst/>
              <a:ahLst/>
              <a:cxnLst/>
              <a:rect l="l" t="t" r="r" b="b"/>
              <a:pathLst>
                <a:path w="2572779" h="294993">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txBody>
            <a:bodyPr/>
            <a:lstStyle/>
            <a:p>
              <a:endParaRPr lang="en-GB"/>
            </a:p>
          </p:txBody>
        </p:sp>
        <p:sp>
          <p:nvSpPr>
            <p:cNvPr id="62" name="TextBox 62">
              <a:extLst>
                <a:ext uri="{FF2B5EF4-FFF2-40B4-BE49-F238E27FC236}">
                  <a16:creationId xmlns:a16="http://schemas.microsoft.com/office/drawing/2014/main" id="{B6D81D5A-484D-F3EF-5863-0D48DF64E862}"/>
                </a:ext>
              </a:extLst>
            </p:cNvPr>
            <p:cNvSpPr txBox="1"/>
            <p:nvPr/>
          </p:nvSpPr>
          <p:spPr>
            <a:xfrm>
              <a:off x="0" y="-38100"/>
              <a:ext cx="2572779" cy="333093"/>
            </a:xfrm>
            <a:prstGeom prst="rect">
              <a:avLst/>
            </a:prstGeom>
          </p:spPr>
          <p:txBody>
            <a:bodyPr lIns="50800" tIns="50800" rIns="50800" bIns="50800" rtlCol="0" anchor="ctr"/>
            <a:lstStyle/>
            <a:p>
              <a:pPr algn="ctr">
                <a:lnSpc>
                  <a:spcPts val="2659"/>
                </a:lnSpc>
                <a:spcBef>
                  <a:spcPct val="0"/>
                </a:spcBef>
              </a:pPr>
              <a:endParaRPr/>
            </a:p>
          </p:txBody>
        </p:sp>
      </p:grpSp>
      <p:grpSp>
        <p:nvGrpSpPr>
          <p:cNvPr id="63" name="Group 63">
            <a:extLst>
              <a:ext uri="{FF2B5EF4-FFF2-40B4-BE49-F238E27FC236}">
                <a16:creationId xmlns:a16="http://schemas.microsoft.com/office/drawing/2014/main" id="{A42D0FBB-5B02-67AA-8E36-F8947ADAC1FC}"/>
              </a:ext>
            </a:extLst>
          </p:cNvPr>
          <p:cNvGrpSpPr/>
          <p:nvPr/>
        </p:nvGrpSpPr>
        <p:grpSpPr>
          <a:xfrm>
            <a:off x="13498622" y="-784283"/>
            <a:ext cx="13297562" cy="1142074"/>
            <a:chOff x="0" y="0"/>
            <a:chExt cx="3434706" cy="294993"/>
          </a:xfrm>
        </p:grpSpPr>
        <p:sp>
          <p:nvSpPr>
            <p:cNvPr id="64" name="Freeform 64">
              <a:extLst>
                <a:ext uri="{FF2B5EF4-FFF2-40B4-BE49-F238E27FC236}">
                  <a16:creationId xmlns:a16="http://schemas.microsoft.com/office/drawing/2014/main" id="{69F0B6AE-338A-E4A4-2442-316A4F865BDD}"/>
                </a:ext>
              </a:extLst>
            </p:cNvPr>
            <p:cNvSpPr/>
            <p:nvPr/>
          </p:nvSpPr>
          <p:spPr>
            <a:xfrm>
              <a:off x="0" y="0"/>
              <a:ext cx="3434706" cy="294993"/>
            </a:xfrm>
            <a:custGeom>
              <a:avLst/>
              <a:gdLst/>
              <a:ahLst/>
              <a:cxnLst/>
              <a:rect l="l" t="t" r="r" b="b"/>
              <a:pathLst>
                <a:path w="3434706" h="294993">
                  <a:moveTo>
                    <a:pt x="34932" y="0"/>
                  </a:moveTo>
                  <a:lnTo>
                    <a:pt x="3399773" y="0"/>
                  </a:lnTo>
                  <a:cubicBezTo>
                    <a:pt x="3409038" y="0"/>
                    <a:pt x="3417923" y="3680"/>
                    <a:pt x="3424474" y="10231"/>
                  </a:cubicBezTo>
                  <a:cubicBezTo>
                    <a:pt x="3431025" y="16783"/>
                    <a:pt x="3434706" y="25668"/>
                    <a:pt x="3434706" y="34932"/>
                  </a:cubicBezTo>
                  <a:lnTo>
                    <a:pt x="3434706" y="260061"/>
                  </a:lnTo>
                  <a:cubicBezTo>
                    <a:pt x="3434706" y="279353"/>
                    <a:pt x="3419066" y="294993"/>
                    <a:pt x="3399773" y="294993"/>
                  </a:cubicBezTo>
                  <a:lnTo>
                    <a:pt x="34932" y="294993"/>
                  </a:lnTo>
                  <a:cubicBezTo>
                    <a:pt x="15640" y="294993"/>
                    <a:pt x="0" y="279353"/>
                    <a:pt x="0" y="260061"/>
                  </a:cubicBezTo>
                  <a:lnTo>
                    <a:pt x="0" y="34932"/>
                  </a:lnTo>
                  <a:cubicBezTo>
                    <a:pt x="0" y="15640"/>
                    <a:pt x="15640" y="0"/>
                    <a:pt x="34932" y="0"/>
                  </a:cubicBezTo>
                  <a:close/>
                </a:path>
              </a:pathLst>
            </a:custGeom>
            <a:ln w="19050" cap="rnd">
              <a:solidFill>
                <a:srgbClr val="00B58F"/>
              </a:solidFill>
              <a:prstDash val="solid"/>
              <a:round/>
            </a:ln>
          </p:spPr>
          <p:txBody>
            <a:bodyPr/>
            <a:lstStyle/>
            <a:p>
              <a:endParaRPr lang="en-GB"/>
            </a:p>
          </p:txBody>
        </p:sp>
        <p:sp>
          <p:nvSpPr>
            <p:cNvPr id="65" name="TextBox 65">
              <a:extLst>
                <a:ext uri="{FF2B5EF4-FFF2-40B4-BE49-F238E27FC236}">
                  <a16:creationId xmlns:a16="http://schemas.microsoft.com/office/drawing/2014/main" id="{2B9635A4-9D9D-18CB-9452-C8DAA36914FB}"/>
                </a:ext>
              </a:extLst>
            </p:cNvPr>
            <p:cNvSpPr txBox="1"/>
            <p:nvPr/>
          </p:nvSpPr>
          <p:spPr>
            <a:xfrm>
              <a:off x="0" y="-38100"/>
              <a:ext cx="3434706" cy="333093"/>
            </a:xfrm>
            <a:prstGeom prst="rect">
              <a:avLst/>
            </a:prstGeom>
          </p:spPr>
          <p:txBody>
            <a:bodyPr lIns="50800" tIns="50800" rIns="50800" bIns="50800" rtlCol="0" anchor="ctr"/>
            <a:lstStyle/>
            <a:p>
              <a:pPr algn="ctr">
                <a:lnSpc>
                  <a:spcPts val="2659"/>
                </a:lnSpc>
                <a:spcBef>
                  <a:spcPct val="0"/>
                </a:spcBef>
              </a:pPr>
              <a:endParaRPr/>
            </a:p>
          </p:txBody>
        </p:sp>
      </p:grpSp>
    </p:spTree>
    <p:extLst>
      <p:ext uri="{BB962C8B-B14F-4D97-AF65-F5344CB8AC3E}">
        <p14:creationId xmlns:p14="http://schemas.microsoft.com/office/powerpoint/2010/main" val="2485810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DF6F9"/>
        </a:solidFill>
        <a:effectLst/>
      </p:bgPr>
    </p:bg>
    <p:spTree>
      <p:nvGrpSpPr>
        <p:cNvPr id="1" name=""/>
        <p:cNvGrpSpPr/>
        <p:nvPr/>
      </p:nvGrpSpPr>
      <p:grpSpPr>
        <a:xfrm>
          <a:off x="0" y="0"/>
          <a:ext cx="0" cy="0"/>
          <a:chOff x="0" y="0"/>
          <a:chExt cx="0" cy="0"/>
        </a:xfrm>
      </p:grpSpPr>
      <p:sp>
        <p:nvSpPr>
          <p:cNvPr id="2" name="Freeform 2"/>
          <p:cNvSpPr/>
          <p:nvPr/>
        </p:nvSpPr>
        <p:spPr>
          <a:xfrm>
            <a:off x="1028700" y="808637"/>
            <a:ext cx="229386" cy="182674"/>
          </a:xfrm>
          <a:custGeom>
            <a:avLst/>
            <a:gdLst/>
            <a:ahLst/>
            <a:cxnLst/>
            <a:rect l="l" t="t" r="r" b="b"/>
            <a:pathLst>
              <a:path w="229386" h="182674">
                <a:moveTo>
                  <a:pt x="0" y="0"/>
                </a:moveTo>
                <a:lnTo>
                  <a:pt x="229386" y="0"/>
                </a:lnTo>
                <a:lnTo>
                  <a:pt x="229386" y="182675"/>
                </a:lnTo>
                <a:lnTo>
                  <a:pt x="0" y="18267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GB"/>
          </a:p>
        </p:txBody>
      </p:sp>
      <p:grpSp>
        <p:nvGrpSpPr>
          <p:cNvPr id="3" name="Group 3"/>
          <p:cNvGrpSpPr/>
          <p:nvPr/>
        </p:nvGrpSpPr>
        <p:grpSpPr>
          <a:xfrm>
            <a:off x="1406211" y="2655425"/>
            <a:ext cx="1945182" cy="1810965"/>
            <a:chOff x="0" y="0"/>
            <a:chExt cx="6350000" cy="5911850"/>
          </a:xfrm>
        </p:grpSpPr>
        <p:sp>
          <p:nvSpPr>
            <p:cNvPr id="4" name="Freeform 4"/>
            <p:cNvSpPr/>
            <p:nvPr/>
          </p:nvSpPr>
          <p:spPr>
            <a:xfrm>
              <a:off x="302" y="0"/>
              <a:ext cx="6348428" cy="5911850"/>
            </a:xfrm>
            <a:custGeom>
              <a:avLst/>
              <a:gdLst/>
              <a:ahLst/>
              <a:cxnLst/>
              <a:rect l="l" t="t" r="r" b="b"/>
              <a:pathLst>
                <a:path w="6348428" h="5911850">
                  <a:moveTo>
                    <a:pt x="1146508" y="402590"/>
                  </a:moveTo>
                  <a:lnTo>
                    <a:pt x="108918" y="2192020"/>
                  </a:lnTo>
                  <a:cubicBezTo>
                    <a:pt x="-68882" y="2498090"/>
                    <a:pt x="-25702" y="2884170"/>
                    <a:pt x="214328" y="3144520"/>
                  </a:cubicBezTo>
                  <a:lnTo>
                    <a:pt x="2525728" y="5651500"/>
                  </a:lnTo>
                  <a:cubicBezTo>
                    <a:pt x="2678128" y="5817870"/>
                    <a:pt x="2894028" y="5911850"/>
                    <a:pt x="3118818" y="5911850"/>
                  </a:cubicBezTo>
                  <a:lnTo>
                    <a:pt x="5540708" y="5911850"/>
                  </a:lnTo>
                  <a:cubicBezTo>
                    <a:pt x="5986478" y="5911850"/>
                    <a:pt x="6348428" y="5549900"/>
                    <a:pt x="6348428" y="5104130"/>
                  </a:cubicBezTo>
                  <a:lnTo>
                    <a:pt x="6348428" y="1891030"/>
                  </a:lnTo>
                  <a:cubicBezTo>
                    <a:pt x="6348428" y="1724660"/>
                    <a:pt x="6297628" y="1562100"/>
                    <a:pt x="6201108" y="1426210"/>
                  </a:cubicBezTo>
                  <a:lnTo>
                    <a:pt x="5439108" y="342900"/>
                  </a:lnTo>
                  <a:cubicBezTo>
                    <a:pt x="5287978" y="128270"/>
                    <a:pt x="5041598" y="0"/>
                    <a:pt x="4778708" y="0"/>
                  </a:cubicBezTo>
                  <a:lnTo>
                    <a:pt x="1845008" y="0"/>
                  </a:lnTo>
                  <a:cubicBezTo>
                    <a:pt x="1556718" y="0"/>
                    <a:pt x="1290018" y="153670"/>
                    <a:pt x="1146508" y="402590"/>
                  </a:cubicBezTo>
                  <a:close/>
                </a:path>
              </a:pathLst>
            </a:custGeom>
            <a:blipFill>
              <a:blip r:embed="rId3"/>
              <a:stretch>
                <a:fillRect l="-19842" r="-19842"/>
              </a:stretch>
            </a:blipFill>
          </p:spPr>
          <p:txBody>
            <a:bodyPr/>
            <a:lstStyle/>
            <a:p>
              <a:endParaRPr lang="en-GB"/>
            </a:p>
          </p:txBody>
        </p:sp>
      </p:grpSp>
      <p:grpSp>
        <p:nvGrpSpPr>
          <p:cNvPr id="5" name="Group 5"/>
          <p:cNvGrpSpPr/>
          <p:nvPr/>
        </p:nvGrpSpPr>
        <p:grpSpPr>
          <a:xfrm>
            <a:off x="1406211" y="4962483"/>
            <a:ext cx="1945182" cy="1810965"/>
            <a:chOff x="0" y="0"/>
            <a:chExt cx="6350000" cy="5911850"/>
          </a:xfrm>
        </p:grpSpPr>
        <p:sp>
          <p:nvSpPr>
            <p:cNvPr id="6" name="Freeform 6"/>
            <p:cNvSpPr/>
            <p:nvPr/>
          </p:nvSpPr>
          <p:spPr>
            <a:xfrm>
              <a:off x="302" y="0"/>
              <a:ext cx="6348428" cy="5911850"/>
            </a:xfrm>
            <a:custGeom>
              <a:avLst/>
              <a:gdLst/>
              <a:ahLst/>
              <a:cxnLst/>
              <a:rect l="l" t="t" r="r" b="b"/>
              <a:pathLst>
                <a:path w="6348428" h="5911850">
                  <a:moveTo>
                    <a:pt x="1146508" y="402590"/>
                  </a:moveTo>
                  <a:lnTo>
                    <a:pt x="108918" y="2192020"/>
                  </a:lnTo>
                  <a:cubicBezTo>
                    <a:pt x="-68882" y="2498090"/>
                    <a:pt x="-25702" y="2884170"/>
                    <a:pt x="214328" y="3144520"/>
                  </a:cubicBezTo>
                  <a:lnTo>
                    <a:pt x="2525728" y="5651500"/>
                  </a:lnTo>
                  <a:cubicBezTo>
                    <a:pt x="2678128" y="5817870"/>
                    <a:pt x="2894028" y="5911850"/>
                    <a:pt x="3118818" y="5911850"/>
                  </a:cubicBezTo>
                  <a:lnTo>
                    <a:pt x="5540708" y="5911850"/>
                  </a:lnTo>
                  <a:cubicBezTo>
                    <a:pt x="5986478" y="5911850"/>
                    <a:pt x="6348428" y="5549900"/>
                    <a:pt x="6348428" y="5104130"/>
                  </a:cubicBezTo>
                  <a:lnTo>
                    <a:pt x="6348428" y="1891030"/>
                  </a:lnTo>
                  <a:cubicBezTo>
                    <a:pt x="6348428" y="1724660"/>
                    <a:pt x="6297628" y="1562100"/>
                    <a:pt x="6201108" y="1426210"/>
                  </a:cubicBezTo>
                  <a:lnTo>
                    <a:pt x="5439108" y="342900"/>
                  </a:lnTo>
                  <a:cubicBezTo>
                    <a:pt x="5287978" y="128270"/>
                    <a:pt x="5041598" y="0"/>
                    <a:pt x="4778708" y="0"/>
                  </a:cubicBezTo>
                  <a:lnTo>
                    <a:pt x="1845008" y="0"/>
                  </a:lnTo>
                  <a:cubicBezTo>
                    <a:pt x="1556718" y="0"/>
                    <a:pt x="1290018" y="153670"/>
                    <a:pt x="1146508" y="402590"/>
                  </a:cubicBezTo>
                  <a:close/>
                </a:path>
              </a:pathLst>
            </a:custGeom>
            <a:blipFill>
              <a:blip r:embed="rId4"/>
              <a:stretch>
                <a:fillRect l="-24764" t="-19355" r="-1567" b="-61525"/>
              </a:stretch>
            </a:blipFill>
          </p:spPr>
          <p:txBody>
            <a:bodyPr/>
            <a:lstStyle/>
            <a:p>
              <a:endParaRPr lang="en-GB"/>
            </a:p>
          </p:txBody>
        </p:sp>
      </p:grpSp>
      <p:grpSp>
        <p:nvGrpSpPr>
          <p:cNvPr id="7" name="Group 7"/>
          <p:cNvGrpSpPr/>
          <p:nvPr/>
        </p:nvGrpSpPr>
        <p:grpSpPr>
          <a:xfrm>
            <a:off x="1406211" y="7339325"/>
            <a:ext cx="1945182" cy="1810965"/>
            <a:chOff x="0" y="0"/>
            <a:chExt cx="6350000" cy="5911850"/>
          </a:xfrm>
        </p:grpSpPr>
        <p:sp>
          <p:nvSpPr>
            <p:cNvPr id="8" name="Freeform 8"/>
            <p:cNvSpPr/>
            <p:nvPr/>
          </p:nvSpPr>
          <p:spPr>
            <a:xfrm>
              <a:off x="302" y="0"/>
              <a:ext cx="6348428" cy="5911850"/>
            </a:xfrm>
            <a:custGeom>
              <a:avLst/>
              <a:gdLst/>
              <a:ahLst/>
              <a:cxnLst/>
              <a:rect l="l" t="t" r="r" b="b"/>
              <a:pathLst>
                <a:path w="6348428" h="5911850">
                  <a:moveTo>
                    <a:pt x="1146508" y="402590"/>
                  </a:moveTo>
                  <a:lnTo>
                    <a:pt x="108918" y="2192020"/>
                  </a:lnTo>
                  <a:cubicBezTo>
                    <a:pt x="-68882" y="2498090"/>
                    <a:pt x="-25702" y="2884170"/>
                    <a:pt x="214328" y="3144520"/>
                  </a:cubicBezTo>
                  <a:lnTo>
                    <a:pt x="2525728" y="5651500"/>
                  </a:lnTo>
                  <a:cubicBezTo>
                    <a:pt x="2678128" y="5817870"/>
                    <a:pt x="2894028" y="5911850"/>
                    <a:pt x="3118818" y="5911850"/>
                  </a:cubicBezTo>
                  <a:lnTo>
                    <a:pt x="5540708" y="5911850"/>
                  </a:lnTo>
                  <a:cubicBezTo>
                    <a:pt x="5986478" y="5911850"/>
                    <a:pt x="6348428" y="5549900"/>
                    <a:pt x="6348428" y="5104130"/>
                  </a:cubicBezTo>
                  <a:lnTo>
                    <a:pt x="6348428" y="1891030"/>
                  </a:lnTo>
                  <a:cubicBezTo>
                    <a:pt x="6348428" y="1724660"/>
                    <a:pt x="6297628" y="1562100"/>
                    <a:pt x="6201108" y="1426210"/>
                  </a:cubicBezTo>
                  <a:lnTo>
                    <a:pt x="5439108" y="342900"/>
                  </a:lnTo>
                  <a:cubicBezTo>
                    <a:pt x="5287978" y="128270"/>
                    <a:pt x="5041598" y="0"/>
                    <a:pt x="4778708" y="0"/>
                  </a:cubicBezTo>
                  <a:lnTo>
                    <a:pt x="1845008" y="0"/>
                  </a:lnTo>
                  <a:cubicBezTo>
                    <a:pt x="1556718" y="0"/>
                    <a:pt x="1290018" y="153670"/>
                    <a:pt x="1146508" y="402590"/>
                  </a:cubicBezTo>
                  <a:close/>
                </a:path>
              </a:pathLst>
            </a:custGeom>
            <a:blipFill>
              <a:blip r:embed="rId5"/>
              <a:stretch>
                <a:fillRect l="-19885" r="-19885"/>
              </a:stretch>
            </a:blipFill>
          </p:spPr>
          <p:txBody>
            <a:bodyPr/>
            <a:lstStyle/>
            <a:p>
              <a:endParaRPr lang="en-GB"/>
            </a:p>
          </p:txBody>
        </p:sp>
      </p:grpSp>
      <p:grpSp>
        <p:nvGrpSpPr>
          <p:cNvPr id="9" name="Group 9"/>
          <p:cNvGrpSpPr/>
          <p:nvPr/>
        </p:nvGrpSpPr>
        <p:grpSpPr>
          <a:xfrm rot="-7965846">
            <a:off x="1099825" y="4000293"/>
            <a:ext cx="1057761" cy="331909"/>
            <a:chOff x="0" y="0"/>
            <a:chExt cx="4431354" cy="1390492"/>
          </a:xfrm>
        </p:grpSpPr>
        <p:sp>
          <p:nvSpPr>
            <p:cNvPr id="10" name="Freeform 10"/>
            <p:cNvSpPr/>
            <p:nvPr/>
          </p:nvSpPr>
          <p:spPr>
            <a:xfrm>
              <a:off x="52126" y="21064"/>
              <a:ext cx="4327103" cy="1369428"/>
            </a:xfrm>
            <a:custGeom>
              <a:avLst/>
              <a:gdLst/>
              <a:ahLst/>
              <a:cxnLst/>
              <a:rect l="l" t="t" r="r" b="b"/>
              <a:pathLst>
                <a:path w="4327103" h="1369428">
                  <a:moveTo>
                    <a:pt x="2225546" y="17842"/>
                  </a:moveTo>
                  <a:lnTo>
                    <a:pt x="4317233" y="1330522"/>
                  </a:lnTo>
                  <a:cubicBezTo>
                    <a:pt x="4325187" y="1335513"/>
                    <a:pt x="4328876" y="1345166"/>
                    <a:pt x="4326279" y="1354189"/>
                  </a:cubicBezTo>
                  <a:cubicBezTo>
                    <a:pt x="4323682" y="1363213"/>
                    <a:pt x="4315426" y="1369428"/>
                    <a:pt x="4306036" y="1369428"/>
                  </a:cubicBezTo>
                  <a:lnTo>
                    <a:pt x="21066" y="1369428"/>
                  </a:lnTo>
                  <a:cubicBezTo>
                    <a:pt x="11676" y="1369428"/>
                    <a:pt x="3420" y="1363213"/>
                    <a:pt x="823" y="1354189"/>
                  </a:cubicBezTo>
                  <a:cubicBezTo>
                    <a:pt x="-1774" y="1345166"/>
                    <a:pt x="1915" y="1335513"/>
                    <a:pt x="9869" y="1330522"/>
                  </a:cubicBezTo>
                  <a:lnTo>
                    <a:pt x="2101556" y="17842"/>
                  </a:lnTo>
                  <a:cubicBezTo>
                    <a:pt x="2139463" y="-5947"/>
                    <a:pt x="2187639" y="-5947"/>
                    <a:pt x="2225546" y="17842"/>
                  </a:cubicBezTo>
                  <a:close/>
                </a:path>
              </a:pathLst>
            </a:custGeom>
            <a:solidFill>
              <a:srgbClr val="00B58F"/>
            </a:solidFill>
          </p:spPr>
          <p:txBody>
            <a:bodyPr/>
            <a:lstStyle/>
            <a:p>
              <a:endParaRPr lang="en-GB"/>
            </a:p>
          </p:txBody>
        </p:sp>
        <p:sp>
          <p:nvSpPr>
            <p:cNvPr id="11" name="TextBox 11"/>
            <p:cNvSpPr txBox="1"/>
            <p:nvPr/>
          </p:nvSpPr>
          <p:spPr>
            <a:xfrm>
              <a:off x="692399" y="607486"/>
              <a:ext cx="3046556" cy="683686"/>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rot="-7965846">
            <a:off x="1099825" y="6307352"/>
            <a:ext cx="1057761" cy="331909"/>
            <a:chOff x="0" y="0"/>
            <a:chExt cx="4431354" cy="1390492"/>
          </a:xfrm>
        </p:grpSpPr>
        <p:sp>
          <p:nvSpPr>
            <p:cNvPr id="13" name="Freeform 13"/>
            <p:cNvSpPr/>
            <p:nvPr/>
          </p:nvSpPr>
          <p:spPr>
            <a:xfrm>
              <a:off x="52126" y="21064"/>
              <a:ext cx="4327103" cy="1369428"/>
            </a:xfrm>
            <a:custGeom>
              <a:avLst/>
              <a:gdLst/>
              <a:ahLst/>
              <a:cxnLst/>
              <a:rect l="l" t="t" r="r" b="b"/>
              <a:pathLst>
                <a:path w="4327103" h="1369428">
                  <a:moveTo>
                    <a:pt x="2225546" y="17842"/>
                  </a:moveTo>
                  <a:lnTo>
                    <a:pt x="4317233" y="1330522"/>
                  </a:lnTo>
                  <a:cubicBezTo>
                    <a:pt x="4325187" y="1335513"/>
                    <a:pt x="4328876" y="1345166"/>
                    <a:pt x="4326279" y="1354189"/>
                  </a:cubicBezTo>
                  <a:cubicBezTo>
                    <a:pt x="4323682" y="1363213"/>
                    <a:pt x="4315426" y="1369428"/>
                    <a:pt x="4306036" y="1369428"/>
                  </a:cubicBezTo>
                  <a:lnTo>
                    <a:pt x="21066" y="1369428"/>
                  </a:lnTo>
                  <a:cubicBezTo>
                    <a:pt x="11676" y="1369428"/>
                    <a:pt x="3420" y="1363213"/>
                    <a:pt x="823" y="1354189"/>
                  </a:cubicBezTo>
                  <a:cubicBezTo>
                    <a:pt x="-1774" y="1345166"/>
                    <a:pt x="1915" y="1335513"/>
                    <a:pt x="9869" y="1330522"/>
                  </a:cubicBezTo>
                  <a:lnTo>
                    <a:pt x="2101556" y="17842"/>
                  </a:lnTo>
                  <a:cubicBezTo>
                    <a:pt x="2139463" y="-5947"/>
                    <a:pt x="2187639" y="-5947"/>
                    <a:pt x="2225546" y="17842"/>
                  </a:cubicBezTo>
                  <a:close/>
                </a:path>
              </a:pathLst>
            </a:custGeom>
            <a:solidFill>
              <a:srgbClr val="00B58F"/>
            </a:solidFill>
          </p:spPr>
          <p:txBody>
            <a:bodyPr/>
            <a:lstStyle/>
            <a:p>
              <a:endParaRPr lang="en-GB"/>
            </a:p>
          </p:txBody>
        </p:sp>
        <p:sp>
          <p:nvSpPr>
            <p:cNvPr id="14" name="TextBox 14"/>
            <p:cNvSpPr txBox="1"/>
            <p:nvPr/>
          </p:nvSpPr>
          <p:spPr>
            <a:xfrm>
              <a:off x="692399" y="607486"/>
              <a:ext cx="3046556" cy="683686"/>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rot="-7965846">
            <a:off x="1099825" y="8684193"/>
            <a:ext cx="1057761" cy="331909"/>
            <a:chOff x="0" y="0"/>
            <a:chExt cx="4431354" cy="1390492"/>
          </a:xfrm>
        </p:grpSpPr>
        <p:sp>
          <p:nvSpPr>
            <p:cNvPr id="16" name="Freeform 16"/>
            <p:cNvSpPr/>
            <p:nvPr/>
          </p:nvSpPr>
          <p:spPr>
            <a:xfrm>
              <a:off x="52126" y="21064"/>
              <a:ext cx="4327103" cy="1369428"/>
            </a:xfrm>
            <a:custGeom>
              <a:avLst/>
              <a:gdLst/>
              <a:ahLst/>
              <a:cxnLst/>
              <a:rect l="l" t="t" r="r" b="b"/>
              <a:pathLst>
                <a:path w="4327103" h="1369428">
                  <a:moveTo>
                    <a:pt x="2225546" y="17842"/>
                  </a:moveTo>
                  <a:lnTo>
                    <a:pt x="4317233" y="1330522"/>
                  </a:lnTo>
                  <a:cubicBezTo>
                    <a:pt x="4325187" y="1335513"/>
                    <a:pt x="4328876" y="1345166"/>
                    <a:pt x="4326279" y="1354189"/>
                  </a:cubicBezTo>
                  <a:cubicBezTo>
                    <a:pt x="4323682" y="1363213"/>
                    <a:pt x="4315426" y="1369428"/>
                    <a:pt x="4306036" y="1369428"/>
                  </a:cubicBezTo>
                  <a:lnTo>
                    <a:pt x="21066" y="1369428"/>
                  </a:lnTo>
                  <a:cubicBezTo>
                    <a:pt x="11676" y="1369428"/>
                    <a:pt x="3420" y="1363213"/>
                    <a:pt x="823" y="1354189"/>
                  </a:cubicBezTo>
                  <a:cubicBezTo>
                    <a:pt x="-1774" y="1345166"/>
                    <a:pt x="1915" y="1335513"/>
                    <a:pt x="9869" y="1330522"/>
                  </a:cubicBezTo>
                  <a:lnTo>
                    <a:pt x="2101556" y="17842"/>
                  </a:lnTo>
                  <a:cubicBezTo>
                    <a:pt x="2139463" y="-5947"/>
                    <a:pt x="2187639" y="-5947"/>
                    <a:pt x="2225546" y="17842"/>
                  </a:cubicBezTo>
                  <a:close/>
                </a:path>
              </a:pathLst>
            </a:custGeom>
            <a:solidFill>
              <a:srgbClr val="00B58F"/>
            </a:solidFill>
          </p:spPr>
          <p:txBody>
            <a:bodyPr/>
            <a:lstStyle/>
            <a:p>
              <a:endParaRPr lang="en-GB"/>
            </a:p>
          </p:txBody>
        </p:sp>
        <p:sp>
          <p:nvSpPr>
            <p:cNvPr id="17" name="TextBox 17"/>
            <p:cNvSpPr txBox="1"/>
            <p:nvPr/>
          </p:nvSpPr>
          <p:spPr>
            <a:xfrm>
              <a:off x="692399" y="607486"/>
              <a:ext cx="3046556" cy="683686"/>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9144000" y="7693963"/>
            <a:ext cx="7846896" cy="663414"/>
            <a:chOff x="0" y="0"/>
            <a:chExt cx="2026821" cy="171357"/>
          </a:xfrm>
        </p:grpSpPr>
        <p:sp>
          <p:nvSpPr>
            <p:cNvPr id="19" name="Freeform 19"/>
            <p:cNvSpPr/>
            <p:nvPr/>
          </p:nvSpPr>
          <p:spPr>
            <a:xfrm>
              <a:off x="0" y="0"/>
              <a:ext cx="2026821" cy="171357"/>
            </a:xfrm>
            <a:custGeom>
              <a:avLst/>
              <a:gdLst/>
              <a:ahLst/>
              <a:cxnLst/>
              <a:rect l="l" t="t" r="r" b="b"/>
              <a:pathLst>
                <a:path w="2026821" h="171357">
                  <a:moveTo>
                    <a:pt x="9866" y="0"/>
                  </a:moveTo>
                  <a:lnTo>
                    <a:pt x="2016955" y="0"/>
                  </a:lnTo>
                  <a:cubicBezTo>
                    <a:pt x="2019572" y="0"/>
                    <a:pt x="2022081" y="1039"/>
                    <a:pt x="2023932" y="2890"/>
                  </a:cubicBezTo>
                  <a:cubicBezTo>
                    <a:pt x="2025782" y="4740"/>
                    <a:pt x="2026821" y="7250"/>
                    <a:pt x="2026821" y="9866"/>
                  </a:cubicBezTo>
                  <a:lnTo>
                    <a:pt x="2026821" y="161491"/>
                  </a:lnTo>
                  <a:cubicBezTo>
                    <a:pt x="2026821" y="164108"/>
                    <a:pt x="2025782" y="166617"/>
                    <a:pt x="2023932" y="168467"/>
                  </a:cubicBezTo>
                  <a:cubicBezTo>
                    <a:pt x="2022081" y="170318"/>
                    <a:pt x="2019572" y="171357"/>
                    <a:pt x="2016955" y="171357"/>
                  </a:cubicBezTo>
                  <a:lnTo>
                    <a:pt x="9866" y="171357"/>
                  </a:lnTo>
                  <a:cubicBezTo>
                    <a:pt x="7250" y="171357"/>
                    <a:pt x="4740" y="170318"/>
                    <a:pt x="2890" y="168467"/>
                  </a:cubicBezTo>
                  <a:cubicBezTo>
                    <a:pt x="1039" y="166617"/>
                    <a:pt x="0" y="164108"/>
                    <a:pt x="0" y="161491"/>
                  </a:cubicBezTo>
                  <a:lnTo>
                    <a:pt x="0" y="9866"/>
                  </a:lnTo>
                  <a:cubicBezTo>
                    <a:pt x="0" y="7250"/>
                    <a:pt x="1039" y="4740"/>
                    <a:pt x="2890" y="2890"/>
                  </a:cubicBezTo>
                  <a:cubicBezTo>
                    <a:pt x="4740" y="1039"/>
                    <a:pt x="7250" y="0"/>
                    <a:pt x="9866" y="0"/>
                  </a:cubicBezTo>
                  <a:close/>
                </a:path>
              </a:pathLst>
            </a:custGeom>
            <a:solidFill>
              <a:srgbClr val="FFFFFF"/>
            </a:solidFill>
            <a:ln cap="sq">
              <a:noFill/>
              <a:prstDash val="solid"/>
              <a:miter/>
            </a:ln>
          </p:spPr>
          <p:txBody>
            <a:bodyPr/>
            <a:lstStyle/>
            <a:p>
              <a:endParaRPr lang="en-GB"/>
            </a:p>
          </p:txBody>
        </p:sp>
        <p:sp>
          <p:nvSpPr>
            <p:cNvPr id="20" name="TextBox 20"/>
            <p:cNvSpPr txBox="1"/>
            <p:nvPr/>
          </p:nvSpPr>
          <p:spPr>
            <a:xfrm>
              <a:off x="0" y="-38100"/>
              <a:ext cx="2026821" cy="209457"/>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a:off x="15142332" y="7801211"/>
            <a:ext cx="1758856" cy="465214"/>
            <a:chOff x="0" y="0"/>
            <a:chExt cx="454305" cy="120163"/>
          </a:xfrm>
        </p:grpSpPr>
        <p:sp>
          <p:nvSpPr>
            <p:cNvPr id="22" name="Freeform 22"/>
            <p:cNvSpPr/>
            <p:nvPr/>
          </p:nvSpPr>
          <p:spPr>
            <a:xfrm>
              <a:off x="0" y="0"/>
              <a:ext cx="454305" cy="120163"/>
            </a:xfrm>
            <a:custGeom>
              <a:avLst/>
              <a:gdLst/>
              <a:ahLst/>
              <a:cxnLst/>
              <a:rect l="l" t="t" r="r" b="b"/>
              <a:pathLst>
                <a:path w="454305" h="120163">
                  <a:moveTo>
                    <a:pt x="44017" y="0"/>
                  </a:moveTo>
                  <a:lnTo>
                    <a:pt x="410289" y="0"/>
                  </a:lnTo>
                  <a:cubicBezTo>
                    <a:pt x="434598" y="0"/>
                    <a:pt x="454305" y="19707"/>
                    <a:pt x="454305" y="44017"/>
                  </a:cubicBezTo>
                  <a:lnTo>
                    <a:pt x="454305" y="76146"/>
                  </a:lnTo>
                  <a:cubicBezTo>
                    <a:pt x="454305" y="87820"/>
                    <a:pt x="449668" y="99016"/>
                    <a:pt x="441413" y="107271"/>
                  </a:cubicBezTo>
                  <a:cubicBezTo>
                    <a:pt x="433158" y="115526"/>
                    <a:pt x="421963" y="120163"/>
                    <a:pt x="410289" y="120163"/>
                  </a:cubicBezTo>
                  <a:lnTo>
                    <a:pt x="44017" y="120163"/>
                  </a:lnTo>
                  <a:cubicBezTo>
                    <a:pt x="32343" y="120163"/>
                    <a:pt x="21147" y="115526"/>
                    <a:pt x="12892" y="107271"/>
                  </a:cubicBezTo>
                  <a:cubicBezTo>
                    <a:pt x="4637" y="99016"/>
                    <a:pt x="0" y="87820"/>
                    <a:pt x="0" y="76146"/>
                  </a:cubicBezTo>
                  <a:lnTo>
                    <a:pt x="0" y="44017"/>
                  </a:lnTo>
                  <a:cubicBezTo>
                    <a:pt x="0" y="32343"/>
                    <a:pt x="4637" y="21147"/>
                    <a:pt x="12892" y="12892"/>
                  </a:cubicBezTo>
                  <a:cubicBezTo>
                    <a:pt x="21147" y="4637"/>
                    <a:pt x="32343" y="0"/>
                    <a:pt x="44017" y="0"/>
                  </a:cubicBezTo>
                  <a:close/>
                </a:path>
              </a:pathLst>
            </a:custGeom>
            <a:solidFill>
              <a:srgbClr val="00B58F"/>
            </a:solidFill>
            <a:ln cap="sq">
              <a:noFill/>
              <a:prstDash val="solid"/>
              <a:miter/>
            </a:ln>
          </p:spPr>
          <p:txBody>
            <a:bodyPr/>
            <a:lstStyle/>
            <a:p>
              <a:endParaRPr lang="en-GB"/>
            </a:p>
          </p:txBody>
        </p:sp>
        <p:sp>
          <p:nvSpPr>
            <p:cNvPr id="23" name="TextBox 23"/>
            <p:cNvSpPr txBox="1"/>
            <p:nvPr/>
          </p:nvSpPr>
          <p:spPr>
            <a:xfrm>
              <a:off x="0" y="-38100"/>
              <a:ext cx="454305" cy="158263"/>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9384496" y="1286312"/>
            <a:ext cx="7719339" cy="3438142"/>
            <a:chOff x="0" y="0"/>
            <a:chExt cx="1993874" cy="888058"/>
          </a:xfrm>
        </p:grpSpPr>
        <p:sp>
          <p:nvSpPr>
            <p:cNvPr id="25" name="Freeform 25"/>
            <p:cNvSpPr/>
            <p:nvPr/>
          </p:nvSpPr>
          <p:spPr>
            <a:xfrm>
              <a:off x="0" y="0"/>
              <a:ext cx="1993874" cy="888058"/>
            </a:xfrm>
            <a:custGeom>
              <a:avLst/>
              <a:gdLst/>
              <a:ahLst/>
              <a:cxnLst/>
              <a:rect l="l" t="t" r="r" b="b"/>
              <a:pathLst>
                <a:path w="1993874" h="888058">
                  <a:moveTo>
                    <a:pt x="60176" y="0"/>
                  </a:moveTo>
                  <a:lnTo>
                    <a:pt x="1933698" y="0"/>
                  </a:lnTo>
                  <a:cubicBezTo>
                    <a:pt x="1966932" y="0"/>
                    <a:pt x="1993874" y="26941"/>
                    <a:pt x="1993874" y="60176"/>
                  </a:cubicBezTo>
                  <a:lnTo>
                    <a:pt x="1993874" y="827883"/>
                  </a:lnTo>
                  <a:cubicBezTo>
                    <a:pt x="1993874" y="843842"/>
                    <a:pt x="1987534" y="859148"/>
                    <a:pt x="1976249" y="870433"/>
                  </a:cubicBezTo>
                  <a:cubicBezTo>
                    <a:pt x="1964964" y="881718"/>
                    <a:pt x="1949658" y="888058"/>
                    <a:pt x="1933698" y="888058"/>
                  </a:cubicBezTo>
                  <a:lnTo>
                    <a:pt x="60176" y="888058"/>
                  </a:lnTo>
                  <a:cubicBezTo>
                    <a:pt x="26941" y="888058"/>
                    <a:pt x="0" y="861117"/>
                    <a:pt x="0" y="827883"/>
                  </a:cubicBezTo>
                  <a:lnTo>
                    <a:pt x="0" y="60176"/>
                  </a:lnTo>
                  <a:cubicBezTo>
                    <a:pt x="0" y="44216"/>
                    <a:pt x="6340" y="28910"/>
                    <a:pt x="17625" y="17625"/>
                  </a:cubicBezTo>
                  <a:cubicBezTo>
                    <a:pt x="28910" y="6340"/>
                    <a:pt x="44216" y="0"/>
                    <a:pt x="60176" y="0"/>
                  </a:cubicBezTo>
                  <a:close/>
                </a:path>
              </a:pathLst>
            </a:custGeom>
            <a:ln w="19050" cap="rnd">
              <a:solidFill>
                <a:srgbClr val="00B58F"/>
              </a:solidFill>
              <a:prstDash val="solid"/>
              <a:round/>
            </a:ln>
          </p:spPr>
          <p:txBody>
            <a:bodyPr/>
            <a:lstStyle/>
            <a:p>
              <a:endParaRPr lang="en-GB"/>
            </a:p>
          </p:txBody>
        </p:sp>
        <p:sp>
          <p:nvSpPr>
            <p:cNvPr id="26" name="TextBox 26"/>
            <p:cNvSpPr txBox="1"/>
            <p:nvPr/>
          </p:nvSpPr>
          <p:spPr>
            <a:xfrm>
              <a:off x="0" y="-38100"/>
              <a:ext cx="1993874" cy="926158"/>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9144000" y="999338"/>
            <a:ext cx="7483052" cy="4033028"/>
            <a:chOff x="0" y="0"/>
            <a:chExt cx="7071593" cy="3811270"/>
          </a:xfrm>
        </p:grpSpPr>
        <p:sp>
          <p:nvSpPr>
            <p:cNvPr id="28" name="Freeform 28"/>
            <p:cNvSpPr/>
            <p:nvPr/>
          </p:nvSpPr>
          <p:spPr>
            <a:xfrm>
              <a:off x="0" y="0"/>
              <a:ext cx="7071592" cy="3811270"/>
            </a:xfrm>
            <a:custGeom>
              <a:avLst/>
              <a:gdLst/>
              <a:ahLst/>
              <a:cxnLst/>
              <a:rect l="l" t="t" r="r" b="b"/>
              <a:pathLst>
                <a:path w="7071592" h="3811270">
                  <a:moveTo>
                    <a:pt x="1835785" y="0"/>
                  </a:moveTo>
                  <a:lnTo>
                    <a:pt x="6473336" y="0"/>
                  </a:lnTo>
                  <a:cubicBezTo>
                    <a:pt x="6804287" y="0"/>
                    <a:pt x="7071592" y="240030"/>
                    <a:pt x="7071592" y="537210"/>
                  </a:cubicBezTo>
                  <a:lnTo>
                    <a:pt x="7071592" y="2466340"/>
                  </a:lnTo>
                  <a:cubicBezTo>
                    <a:pt x="7071592" y="2763520"/>
                    <a:pt x="6804287" y="3003550"/>
                    <a:pt x="6473336" y="3003550"/>
                  </a:cubicBezTo>
                  <a:lnTo>
                    <a:pt x="5290966" y="3003550"/>
                  </a:lnTo>
                  <a:cubicBezTo>
                    <a:pt x="5108519" y="3003550"/>
                    <a:pt x="4934557" y="3078480"/>
                    <a:pt x="4821412" y="3208020"/>
                  </a:cubicBezTo>
                  <a:lnTo>
                    <a:pt x="4469247" y="3606800"/>
                  </a:lnTo>
                  <a:cubicBezTo>
                    <a:pt x="4356101" y="3735070"/>
                    <a:pt x="4183554" y="3811270"/>
                    <a:pt x="3999693" y="3811270"/>
                  </a:cubicBezTo>
                  <a:lnTo>
                    <a:pt x="598257" y="3811270"/>
                  </a:lnTo>
                  <a:cubicBezTo>
                    <a:pt x="267306" y="3811270"/>
                    <a:pt x="0" y="3571240"/>
                    <a:pt x="0" y="3274060"/>
                  </a:cubicBezTo>
                  <a:lnTo>
                    <a:pt x="0" y="1375410"/>
                  </a:lnTo>
                  <a:cubicBezTo>
                    <a:pt x="0" y="1206500"/>
                    <a:pt x="87688" y="1047750"/>
                    <a:pt x="237606" y="946150"/>
                  </a:cubicBezTo>
                  <a:lnTo>
                    <a:pt x="1475134" y="107950"/>
                  </a:lnTo>
                  <a:cubicBezTo>
                    <a:pt x="1578380" y="38100"/>
                    <a:pt x="1705668" y="0"/>
                    <a:pt x="1835785" y="0"/>
                  </a:cubicBezTo>
                  <a:close/>
                </a:path>
              </a:pathLst>
            </a:custGeom>
            <a:blipFill>
              <a:blip r:embed="rId6"/>
              <a:stretch>
                <a:fillRect l="-404" t="-22857" r="-20781" b="-27232"/>
              </a:stretch>
            </a:blipFill>
          </p:spPr>
          <p:txBody>
            <a:bodyPr/>
            <a:lstStyle/>
            <a:p>
              <a:endParaRPr lang="en-GB"/>
            </a:p>
          </p:txBody>
        </p:sp>
      </p:grpSp>
      <p:grpSp>
        <p:nvGrpSpPr>
          <p:cNvPr id="29" name="Group 29"/>
          <p:cNvGrpSpPr/>
          <p:nvPr/>
        </p:nvGrpSpPr>
        <p:grpSpPr>
          <a:xfrm>
            <a:off x="14260252" y="4429151"/>
            <a:ext cx="2366800" cy="476850"/>
            <a:chOff x="0" y="0"/>
            <a:chExt cx="1977575" cy="398431"/>
          </a:xfrm>
        </p:grpSpPr>
        <p:sp>
          <p:nvSpPr>
            <p:cNvPr id="30" name="Freeform 30"/>
            <p:cNvSpPr/>
            <p:nvPr/>
          </p:nvSpPr>
          <p:spPr>
            <a:xfrm>
              <a:off x="38022" y="0"/>
              <a:ext cx="1901531" cy="398431"/>
            </a:xfrm>
            <a:custGeom>
              <a:avLst/>
              <a:gdLst/>
              <a:ahLst/>
              <a:cxnLst/>
              <a:rect l="l" t="t" r="r" b="b"/>
              <a:pathLst>
                <a:path w="1901531" h="398431">
                  <a:moveTo>
                    <a:pt x="263309" y="0"/>
                  </a:moveTo>
                  <a:lnTo>
                    <a:pt x="1841422" y="0"/>
                  </a:lnTo>
                  <a:cubicBezTo>
                    <a:pt x="1862340" y="0"/>
                    <a:pt x="1881753" y="10875"/>
                    <a:pt x="1892679" y="28712"/>
                  </a:cubicBezTo>
                  <a:cubicBezTo>
                    <a:pt x="1903606" y="46550"/>
                    <a:pt x="1904473" y="68785"/>
                    <a:pt x="1894969" y="87419"/>
                  </a:cubicBezTo>
                  <a:lnTo>
                    <a:pt x="1780937" y="311012"/>
                  </a:lnTo>
                  <a:cubicBezTo>
                    <a:pt x="1753577" y="364659"/>
                    <a:pt x="1698443" y="398431"/>
                    <a:pt x="1638222" y="398431"/>
                  </a:cubicBezTo>
                  <a:lnTo>
                    <a:pt x="60109" y="398431"/>
                  </a:lnTo>
                  <a:cubicBezTo>
                    <a:pt x="39192" y="398431"/>
                    <a:pt x="19778" y="387556"/>
                    <a:pt x="8852" y="369719"/>
                  </a:cubicBezTo>
                  <a:cubicBezTo>
                    <a:pt x="-2074" y="351881"/>
                    <a:pt x="-2942" y="329646"/>
                    <a:pt x="6562" y="311012"/>
                  </a:cubicBezTo>
                  <a:lnTo>
                    <a:pt x="120594" y="87419"/>
                  </a:lnTo>
                  <a:cubicBezTo>
                    <a:pt x="147954" y="33772"/>
                    <a:pt x="203088" y="0"/>
                    <a:pt x="263309" y="0"/>
                  </a:cubicBezTo>
                  <a:close/>
                </a:path>
              </a:pathLst>
            </a:custGeom>
            <a:solidFill>
              <a:srgbClr val="00B58F"/>
            </a:solidFill>
          </p:spPr>
          <p:txBody>
            <a:bodyPr/>
            <a:lstStyle/>
            <a:p>
              <a:endParaRPr lang="en-GB"/>
            </a:p>
          </p:txBody>
        </p:sp>
        <p:sp>
          <p:nvSpPr>
            <p:cNvPr id="31" name="TextBox 31"/>
            <p:cNvSpPr txBox="1"/>
            <p:nvPr/>
          </p:nvSpPr>
          <p:spPr>
            <a:xfrm>
              <a:off x="101600" y="-38100"/>
              <a:ext cx="1774375" cy="436531"/>
            </a:xfrm>
            <a:prstGeom prst="rect">
              <a:avLst/>
            </a:prstGeom>
          </p:spPr>
          <p:txBody>
            <a:bodyPr lIns="50800" tIns="50800" rIns="50800" bIns="50800" rtlCol="0" anchor="ctr"/>
            <a:lstStyle/>
            <a:p>
              <a:pPr algn="ctr">
                <a:lnSpc>
                  <a:spcPts val="2659"/>
                </a:lnSpc>
              </a:pPr>
              <a:endParaRPr/>
            </a:p>
          </p:txBody>
        </p:sp>
      </p:grpSp>
      <p:sp>
        <p:nvSpPr>
          <p:cNvPr id="32" name="TextBox 32"/>
          <p:cNvSpPr txBox="1"/>
          <p:nvPr/>
        </p:nvSpPr>
        <p:spPr>
          <a:xfrm>
            <a:off x="1353022" y="754961"/>
            <a:ext cx="2381625" cy="273739"/>
          </a:xfrm>
          <a:prstGeom prst="rect">
            <a:avLst/>
          </a:prstGeom>
        </p:spPr>
        <p:txBody>
          <a:bodyPr lIns="0" tIns="0" rIns="0" bIns="0" rtlCol="0" anchor="t">
            <a:spAutoFit/>
          </a:bodyPr>
          <a:lstStyle/>
          <a:p>
            <a:pPr algn="l">
              <a:lnSpc>
                <a:spcPts val="2239"/>
              </a:lnSpc>
            </a:pPr>
            <a:r>
              <a:rPr lang="en-US" sz="1599" spc="39" dirty="0">
                <a:solidFill>
                  <a:srgbClr val="0B132B"/>
                </a:solidFill>
                <a:latin typeface="Bricolage Grotesque"/>
                <a:ea typeface="Bricolage Grotesque"/>
                <a:cs typeface="Bricolage Grotesque"/>
                <a:sym typeface="Bricolage Grotesque"/>
              </a:rPr>
              <a:t>Larana Electric Car</a:t>
            </a:r>
          </a:p>
        </p:txBody>
      </p:sp>
      <p:sp>
        <p:nvSpPr>
          <p:cNvPr id="33" name="TextBox 33"/>
          <p:cNvSpPr txBox="1"/>
          <p:nvPr/>
        </p:nvSpPr>
        <p:spPr>
          <a:xfrm>
            <a:off x="14877675" y="9322533"/>
            <a:ext cx="2381625" cy="240628"/>
          </a:xfrm>
          <a:prstGeom prst="rect">
            <a:avLst/>
          </a:prstGeom>
        </p:spPr>
        <p:txBody>
          <a:bodyPr lIns="0" tIns="0" rIns="0" bIns="0" rtlCol="0" anchor="t">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- 01</a:t>
            </a:r>
          </a:p>
        </p:txBody>
      </p:sp>
      <p:sp>
        <p:nvSpPr>
          <p:cNvPr id="34" name="TextBox 34"/>
          <p:cNvSpPr txBox="1"/>
          <p:nvPr/>
        </p:nvSpPr>
        <p:spPr>
          <a:xfrm>
            <a:off x="953562" y="1442053"/>
            <a:ext cx="6978010" cy="848314"/>
          </a:xfrm>
          <a:prstGeom prst="rect">
            <a:avLst/>
          </a:prstGeom>
        </p:spPr>
        <p:txBody>
          <a:bodyPr lIns="0" tIns="0" rIns="0" bIns="0" rtlCol="0" anchor="t">
            <a:spAutoFit/>
          </a:bodyPr>
          <a:lstStyle/>
          <a:p>
            <a:pPr algn="l">
              <a:lnSpc>
                <a:spcPts val="6399"/>
              </a:lnSpc>
            </a:pPr>
            <a:r>
              <a:rPr lang="en-US" sz="6399">
                <a:solidFill>
                  <a:srgbClr val="0B132B"/>
                </a:solidFill>
                <a:latin typeface="Rubik One"/>
                <a:ea typeface="Rubik One"/>
                <a:cs typeface="Rubik One"/>
                <a:sym typeface="Rubik One"/>
              </a:rPr>
              <a:t>TODAY TOPIC</a:t>
            </a:r>
          </a:p>
        </p:txBody>
      </p:sp>
      <p:sp>
        <p:nvSpPr>
          <p:cNvPr id="35" name="TextBox 35"/>
          <p:cNvSpPr txBox="1"/>
          <p:nvPr/>
        </p:nvSpPr>
        <p:spPr>
          <a:xfrm>
            <a:off x="3739024" y="2804812"/>
            <a:ext cx="4192549" cy="448310"/>
          </a:xfrm>
          <a:prstGeom prst="rect">
            <a:avLst/>
          </a:prstGeom>
        </p:spPr>
        <p:txBody>
          <a:bodyPr lIns="0" tIns="0" rIns="0" bIns="0" rtlCol="0" anchor="t">
            <a:spAutoFit/>
          </a:bodyPr>
          <a:lstStyle/>
          <a:p>
            <a:pPr algn="l">
              <a:lnSpc>
                <a:spcPts val="3399"/>
              </a:lnSpc>
            </a:pPr>
            <a:r>
              <a:rPr lang="en-US" sz="3399">
                <a:solidFill>
                  <a:srgbClr val="0B132B"/>
                </a:solidFill>
                <a:latin typeface="Rubik One"/>
                <a:ea typeface="Rubik One"/>
                <a:cs typeface="Rubik One"/>
                <a:sym typeface="Rubik One"/>
              </a:rPr>
              <a:t>Electric Car</a:t>
            </a:r>
          </a:p>
        </p:txBody>
      </p:sp>
      <p:sp>
        <p:nvSpPr>
          <p:cNvPr id="36" name="TextBox 36"/>
          <p:cNvSpPr txBox="1"/>
          <p:nvPr/>
        </p:nvSpPr>
        <p:spPr>
          <a:xfrm>
            <a:off x="3739024" y="5111871"/>
            <a:ext cx="4192549" cy="448310"/>
          </a:xfrm>
          <a:prstGeom prst="rect">
            <a:avLst/>
          </a:prstGeom>
        </p:spPr>
        <p:txBody>
          <a:bodyPr lIns="0" tIns="0" rIns="0" bIns="0" rtlCol="0" anchor="t">
            <a:spAutoFit/>
          </a:bodyPr>
          <a:lstStyle/>
          <a:p>
            <a:pPr algn="l">
              <a:lnSpc>
                <a:spcPts val="3399"/>
              </a:lnSpc>
            </a:pPr>
            <a:r>
              <a:rPr lang="en-US" sz="3399" dirty="0">
                <a:solidFill>
                  <a:srgbClr val="0B132B"/>
                </a:solidFill>
                <a:latin typeface="Rubik One"/>
                <a:ea typeface="Rubik One"/>
                <a:cs typeface="Rubik One"/>
                <a:sym typeface="Rubik One"/>
              </a:rPr>
              <a:t>Opportunity</a:t>
            </a:r>
          </a:p>
        </p:txBody>
      </p:sp>
      <p:sp>
        <p:nvSpPr>
          <p:cNvPr id="37" name="TextBox 37"/>
          <p:cNvSpPr txBox="1"/>
          <p:nvPr/>
        </p:nvSpPr>
        <p:spPr>
          <a:xfrm>
            <a:off x="3739024" y="7488712"/>
            <a:ext cx="4192549" cy="448310"/>
          </a:xfrm>
          <a:prstGeom prst="rect">
            <a:avLst/>
          </a:prstGeom>
        </p:spPr>
        <p:txBody>
          <a:bodyPr lIns="0" tIns="0" rIns="0" bIns="0" rtlCol="0" anchor="t">
            <a:spAutoFit/>
          </a:bodyPr>
          <a:lstStyle/>
          <a:p>
            <a:pPr algn="l">
              <a:lnSpc>
                <a:spcPts val="3399"/>
              </a:lnSpc>
            </a:pPr>
            <a:r>
              <a:rPr lang="en-US" sz="3399" dirty="0">
                <a:solidFill>
                  <a:srgbClr val="0B132B"/>
                </a:solidFill>
                <a:latin typeface="Rubik One"/>
                <a:ea typeface="Rubik One"/>
                <a:cs typeface="Rubik One"/>
                <a:sym typeface="Rubik One"/>
              </a:rPr>
              <a:t>Sustainability</a:t>
            </a:r>
          </a:p>
        </p:txBody>
      </p:sp>
      <p:sp>
        <p:nvSpPr>
          <p:cNvPr id="38" name="TextBox 38"/>
          <p:cNvSpPr txBox="1"/>
          <p:nvPr/>
        </p:nvSpPr>
        <p:spPr>
          <a:xfrm>
            <a:off x="3739024" y="3281103"/>
            <a:ext cx="4192549" cy="1102574"/>
          </a:xfrm>
          <a:prstGeom prst="rect">
            <a:avLst/>
          </a:prstGeom>
        </p:spPr>
        <p:txBody>
          <a:bodyPr lIns="0" tIns="0" rIns="0" bIns="0" rtlCol="0" anchor="t">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turpis</a:t>
            </a:r>
          </a:p>
        </p:txBody>
      </p:sp>
      <p:sp>
        <p:nvSpPr>
          <p:cNvPr id="39" name="TextBox 39"/>
          <p:cNvSpPr txBox="1"/>
          <p:nvPr/>
        </p:nvSpPr>
        <p:spPr>
          <a:xfrm>
            <a:off x="3739024" y="5588161"/>
            <a:ext cx="4192549" cy="1102574"/>
          </a:xfrm>
          <a:prstGeom prst="rect">
            <a:avLst/>
          </a:prstGeom>
        </p:spPr>
        <p:txBody>
          <a:bodyPr lIns="0" tIns="0" rIns="0" bIns="0" rtlCol="0" anchor="t">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turpis</a:t>
            </a:r>
          </a:p>
        </p:txBody>
      </p:sp>
      <p:sp>
        <p:nvSpPr>
          <p:cNvPr id="40" name="TextBox 40"/>
          <p:cNvSpPr txBox="1"/>
          <p:nvPr/>
        </p:nvSpPr>
        <p:spPr>
          <a:xfrm>
            <a:off x="9144000" y="5276904"/>
            <a:ext cx="7959835" cy="1378853"/>
          </a:xfrm>
          <a:prstGeom prst="rect">
            <a:avLst/>
          </a:prstGeom>
        </p:spPr>
        <p:txBody>
          <a:bodyPr lIns="0" tIns="0" rIns="0" bIns="0" rtlCol="0" anchor="t">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turpis nec turpis aliquam varius eget in elit. Nulla quis ex nisi. Integer a convallis lacus, id lacinia ligula. Vestibulum fermentum lorem dui, non sodales purus placerat nec. Morbi ac pharetra nulla, vel blandit orci. Nulla auctor posuere nisl et laoreet.</a:t>
            </a:r>
          </a:p>
        </p:txBody>
      </p:sp>
      <p:sp>
        <p:nvSpPr>
          <p:cNvPr id="41" name="TextBox 41"/>
          <p:cNvSpPr txBox="1"/>
          <p:nvPr/>
        </p:nvSpPr>
        <p:spPr>
          <a:xfrm>
            <a:off x="9144000" y="8549824"/>
            <a:ext cx="7846896" cy="550017"/>
          </a:xfrm>
          <a:prstGeom prst="rect">
            <a:avLst/>
          </a:prstGeom>
        </p:spPr>
        <p:txBody>
          <a:bodyPr lIns="0" tIns="0" rIns="0" bIns="0" rtlCol="0" anchor="t">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a:t>
            </a:r>
          </a:p>
        </p:txBody>
      </p:sp>
      <p:sp>
        <p:nvSpPr>
          <p:cNvPr id="42" name="TextBox 42"/>
          <p:cNvSpPr txBox="1"/>
          <p:nvPr/>
        </p:nvSpPr>
        <p:spPr>
          <a:xfrm>
            <a:off x="15560556" y="7877907"/>
            <a:ext cx="922408" cy="273722"/>
          </a:xfrm>
          <a:prstGeom prst="rect">
            <a:avLst/>
          </a:prstGeom>
        </p:spPr>
        <p:txBody>
          <a:bodyPr lIns="0" tIns="0" rIns="0" bIns="0" rtlCol="0" anchor="t">
            <a:spAutoFit/>
          </a:bodyPr>
          <a:lstStyle/>
          <a:p>
            <a:pPr algn="ctr">
              <a:lnSpc>
                <a:spcPts val="2239"/>
              </a:lnSpc>
            </a:pPr>
            <a:r>
              <a:rPr lang="en-US" sz="1599" b="1" spc="39">
                <a:solidFill>
                  <a:srgbClr val="FFFFFF"/>
                </a:solidFill>
                <a:latin typeface="Bricolage Grotesque Bold"/>
                <a:ea typeface="Bricolage Grotesque Bold"/>
                <a:cs typeface="Bricolage Grotesque Bold"/>
                <a:sym typeface="Bricolage Grotesque Bold"/>
              </a:rPr>
              <a:t>Visit</a:t>
            </a:r>
          </a:p>
        </p:txBody>
      </p:sp>
      <p:sp>
        <p:nvSpPr>
          <p:cNvPr id="43" name="TextBox 43"/>
          <p:cNvSpPr txBox="1"/>
          <p:nvPr/>
        </p:nvSpPr>
        <p:spPr>
          <a:xfrm>
            <a:off x="3739024" y="7965003"/>
            <a:ext cx="4192549" cy="1102574"/>
          </a:xfrm>
          <a:prstGeom prst="rect">
            <a:avLst/>
          </a:prstGeom>
        </p:spPr>
        <p:txBody>
          <a:bodyPr lIns="0" tIns="0" rIns="0" bIns="0" rtlCol="0" anchor="t">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turpis</a:t>
            </a:r>
          </a:p>
        </p:txBody>
      </p:sp>
      <p:sp>
        <p:nvSpPr>
          <p:cNvPr id="44" name="TextBox 44"/>
          <p:cNvSpPr txBox="1"/>
          <p:nvPr/>
        </p:nvSpPr>
        <p:spPr>
          <a:xfrm>
            <a:off x="9144000" y="7205975"/>
            <a:ext cx="3640249" cy="273722"/>
          </a:xfrm>
          <a:prstGeom prst="rect">
            <a:avLst/>
          </a:prstGeom>
        </p:spPr>
        <p:txBody>
          <a:bodyPr lIns="0" tIns="0" rIns="0" bIns="0" rtlCol="0" anchor="t">
            <a:spAutoFit/>
          </a:bodyPr>
          <a:lstStyle/>
          <a:p>
            <a:pPr marL="0" lvl="0" indent="0" algn="l">
              <a:lnSpc>
                <a:spcPts val="2239"/>
              </a:lnSpc>
              <a:spcBef>
                <a:spcPct val="0"/>
              </a:spcBef>
            </a:pPr>
            <a:r>
              <a:rPr lang="en-US" sz="1599" b="1" spc="39">
                <a:solidFill>
                  <a:srgbClr val="0B132B"/>
                </a:solidFill>
                <a:latin typeface="Bricolage Grotesque Bold"/>
                <a:ea typeface="Bricolage Grotesque Bold"/>
                <a:cs typeface="Bricolage Grotesque Bold"/>
                <a:sym typeface="Bricolage Grotesque Bold"/>
              </a:rPr>
              <a:t>Visit For More Information</a:t>
            </a:r>
          </a:p>
        </p:txBody>
      </p:sp>
      <p:sp>
        <p:nvSpPr>
          <p:cNvPr id="45" name="TextBox 45"/>
          <p:cNvSpPr txBox="1"/>
          <p:nvPr/>
        </p:nvSpPr>
        <p:spPr>
          <a:xfrm>
            <a:off x="9384496" y="7798956"/>
            <a:ext cx="5098140" cy="405803"/>
          </a:xfrm>
          <a:prstGeom prst="rect">
            <a:avLst/>
          </a:prstGeom>
        </p:spPr>
        <p:txBody>
          <a:bodyPr lIns="0" tIns="0" rIns="0" bIns="0" rtlCol="0" anchor="t">
            <a:spAutoFit/>
          </a:bodyPr>
          <a:lstStyle/>
          <a:p>
            <a:pPr marL="0" lvl="0" indent="0" algn="l">
              <a:lnSpc>
                <a:spcPts val="3359"/>
              </a:lnSpc>
              <a:spcBef>
                <a:spcPct val="0"/>
              </a:spcBef>
            </a:pPr>
            <a:r>
              <a:rPr lang="en-US" sz="2399" b="1">
                <a:solidFill>
                  <a:srgbClr val="0B132B"/>
                </a:solidFill>
                <a:latin typeface="Bricolage Grotesque Bold"/>
                <a:ea typeface="Bricolage Grotesque Bold"/>
                <a:cs typeface="Bricolage Grotesque Bold"/>
                <a:sym typeface="Bricolage Grotesque Bold"/>
              </a:rPr>
              <a:t>www.reallygreatsite.com</a:t>
            </a:r>
          </a:p>
        </p:txBody>
      </p:sp>
      <p:grpSp>
        <p:nvGrpSpPr>
          <p:cNvPr id="46" name="Group 46"/>
          <p:cNvGrpSpPr/>
          <p:nvPr/>
        </p:nvGrpSpPr>
        <p:grpSpPr>
          <a:xfrm>
            <a:off x="11502671" y="9960324"/>
            <a:ext cx="9960587" cy="1142074"/>
            <a:chOff x="0" y="0"/>
            <a:chExt cx="2572779" cy="294993"/>
          </a:xfrm>
        </p:grpSpPr>
        <p:sp>
          <p:nvSpPr>
            <p:cNvPr id="47" name="Freeform 47"/>
            <p:cNvSpPr/>
            <p:nvPr/>
          </p:nvSpPr>
          <p:spPr>
            <a:xfrm>
              <a:off x="0" y="0"/>
              <a:ext cx="2572779" cy="294993"/>
            </a:xfrm>
            <a:custGeom>
              <a:avLst/>
              <a:gdLst/>
              <a:ahLst/>
              <a:cxnLst/>
              <a:rect l="l" t="t" r="r" b="b"/>
              <a:pathLst>
                <a:path w="2572779" h="294993">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txBody>
            <a:bodyPr/>
            <a:lstStyle/>
            <a:p>
              <a:endParaRPr lang="en-GB"/>
            </a:p>
          </p:txBody>
        </p:sp>
        <p:sp>
          <p:nvSpPr>
            <p:cNvPr id="48" name="TextBox 48"/>
            <p:cNvSpPr txBox="1"/>
            <p:nvPr/>
          </p:nvSpPr>
          <p:spPr>
            <a:xfrm>
              <a:off x="0" y="-38100"/>
              <a:ext cx="2572779" cy="333093"/>
            </a:xfrm>
            <a:prstGeom prst="rect">
              <a:avLst/>
            </a:prstGeom>
          </p:spPr>
          <p:txBody>
            <a:bodyPr lIns="50800" tIns="50800" rIns="50800" bIns="50800" rtlCol="0" anchor="ctr"/>
            <a:lstStyle/>
            <a:p>
              <a:pPr algn="ctr">
                <a:lnSpc>
                  <a:spcPts val="2659"/>
                </a:lnSpc>
                <a:spcBef>
                  <a:spcPct val="0"/>
                </a:spcBef>
              </a:pPr>
              <a:endParaRPr/>
            </a:p>
          </p:txBody>
        </p:sp>
      </p:grpSp>
      <p:grpSp>
        <p:nvGrpSpPr>
          <p:cNvPr id="49" name="Group 49"/>
          <p:cNvGrpSpPr/>
          <p:nvPr/>
        </p:nvGrpSpPr>
        <p:grpSpPr>
          <a:xfrm>
            <a:off x="-5959063" y="-784283"/>
            <a:ext cx="9960587" cy="1142074"/>
            <a:chOff x="0" y="0"/>
            <a:chExt cx="2572779" cy="294993"/>
          </a:xfrm>
        </p:grpSpPr>
        <p:sp>
          <p:nvSpPr>
            <p:cNvPr id="50" name="Freeform 50"/>
            <p:cNvSpPr/>
            <p:nvPr/>
          </p:nvSpPr>
          <p:spPr>
            <a:xfrm>
              <a:off x="0" y="0"/>
              <a:ext cx="2572779" cy="294993"/>
            </a:xfrm>
            <a:custGeom>
              <a:avLst/>
              <a:gdLst/>
              <a:ahLst/>
              <a:cxnLst/>
              <a:rect l="l" t="t" r="r" b="b"/>
              <a:pathLst>
                <a:path w="2572779" h="294993">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txBody>
            <a:bodyPr/>
            <a:lstStyle/>
            <a:p>
              <a:endParaRPr lang="en-GB"/>
            </a:p>
          </p:txBody>
        </p:sp>
        <p:sp>
          <p:nvSpPr>
            <p:cNvPr id="51" name="TextBox 51"/>
            <p:cNvSpPr txBox="1"/>
            <p:nvPr/>
          </p:nvSpPr>
          <p:spPr>
            <a:xfrm>
              <a:off x="0" y="-38100"/>
              <a:ext cx="2572779" cy="333093"/>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DF6F9"/>
        </a:solidFill>
        <a:effectLst/>
      </p:bgPr>
    </p:bg>
    <p:spTree>
      <p:nvGrpSpPr>
        <p:cNvPr id="1" name=""/>
        <p:cNvGrpSpPr/>
        <p:nvPr/>
      </p:nvGrpSpPr>
      <p:grpSpPr>
        <a:xfrm>
          <a:off x="0" y="0"/>
          <a:ext cx="0" cy="0"/>
          <a:chOff x="0" y="0"/>
          <a:chExt cx="0" cy="0"/>
        </a:xfrm>
      </p:grpSpPr>
      <p:sp>
        <p:nvSpPr>
          <p:cNvPr id="2" name="Freeform 2"/>
          <p:cNvSpPr/>
          <p:nvPr/>
        </p:nvSpPr>
        <p:spPr>
          <a:xfrm>
            <a:off x="1028700" y="808637"/>
            <a:ext cx="229386" cy="182674"/>
          </a:xfrm>
          <a:custGeom>
            <a:avLst/>
            <a:gdLst/>
            <a:ahLst/>
            <a:cxnLst/>
            <a:rect l="l" t="t" r="r" b="b"/>
            <a:pathLst>
              <a:path w="229386" h="182674">
                <a:moveTo>
                  <a:pt x="0" y="0"/>
                </a:moveTo>
                <a:lnTo>
                  <a:pt x="229386" y="0"/>
                </a:lnTo>
                <a:lnTo>
                  <a:pt x="229386" y="182675"/>
                </a:lnTo>
                <a:lnTo>
                  <a:pt x="0" y="18267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GB"/>
          </a:p>
        </p:txBody>
      </p:sp>
      <p:grpSp>
        <p:nvGrpSpPr>
          <p:cNvPr id="3" name="Group 3"/>
          <p:cNvGrpSpPr/>
          <p:nvPr/>
        </p:nvGrpSpPr>
        <p:grpSpPr>
          <a:xfrm>
            <a:off x="11070635" y="1532533"/>
            <a:ext cx="2604503" cy="6953574"/>
            <a:chOff x="0" y="0"/>
            <a:chExt cx="672733" cy="1796080"/>
          </a:xfrm>
        </p:grpSpPr>
        <p:sp>
          <p:nvSpPr>
            <p:cNvPr id="4" name="Freeform 4"/>
            <p:cNvSpPr/>
            <p:nvPr/>
          </p:nvSpPr>
          <p:spPr>
            <a:xfrm>
              <a:off x="0" y="0"/>
              <a:ext cx="672733" cy="1796080"/>
            </a:xfrm>
            <a:custGeom>
              <a:avLst/>
              <a:gdLst/>
              <a:ahLst/>
              <a:cxnLst/>
              <a:rect l="l" t="t" r="r" b="b"/>
              <a:pathLst>
                <a:path w="672733" h="1796080">
                  <a:moveTo>
                    <a:pt x="178351" y="0"/>
                  </a:moveTo>
                  <a:lnTo>
                    <a:pt x="494382" y="0"/>
                  </a:lnTo>
                  <a:cubicBezTo>
                    <a:pt x="541683" y="0"/>
                    <a:pt x="587048" y="18790"/>
                    <a:pt x="620495" y="52238"/>
                  </a:cubicBezTo>
                  <a:cubicBezTo>
                    <a:pt x="653942" y="85685"/>
                    <a:pt x="672733" y="131049"/>
                    <a:pt x="672733" y="178351"/>
                  </a:cubicBezTo>
                  <a:lnTo>
                    <a:pt x="672733" y="1617729"/>
                  </a:lnTo>
                  <a:cubicBezTo>
                    <a:pt x="672733" y="1716230"/>
                    <a:pt x="592882" y="1796080"/>
                    <a:pt x="494382" y="1796080"/>
                  </a:cubicBezTo>
                  <a:lnTo>
                    <a:pt x="178351" y="1796080"/>
                  </a:lnTo>
                  <a:cubicBezTo>
                    <a:pt x="131049" y="1796080"/>
                    <a:pt x="85685" y="1777289"/>
                    <a:pt x="52238" y="1743842"/>
                  </a:cubicBezTo>
                  <a:cubicBezTo>
                    <a:pt x="18790" y="1710395"/>
                    <a:pt x="0" y="1665031"/>
                    <a:pt x="0" y="1617729"/>
                  </a:cubicBezTo>
                  <a:lnTo>
                    <a:pt x="0" y="178351"/>
                  </a:lnTo>
                  <a:cubicBezTo>
                    <a:pt x="0" y="131049"/>
                    <a:pt x="18790" y="85685"/>
                    <a:pt x="52238" y="52238"/>
                  </a:cubicBezTo>
                  <a:cubicBezTo>
                    <a:pt x="85685" y="18790"/>
                    <a:pt x="131049" y="0"/>
                    <a:pt x="178351" y="0"/>
                  </a:cubicBezTo>
                  <a:close/>
                </a:path>
              </a:pathLst>
            </a:custGeom>
            <a:ln w="19050" cap="rnd">
              <a:solidFill>
                <a:srgbClr val="00B58F"/>
              </a:solidFill>
              <a:prstDash val="solid"/>
              <a:round/>
            </a:ln>
          </p:spPr>
          <p:txBody>
            <a:bodyPr/>
            <a:lstStyle/>
            <a:p>
              <a:endParaRPr lang="en-GB"/>
            </a:p>
          </p:txBody>
        </p:sp>
        <p:sp>
          <p:nvSpPr>
            <p:cNvPr id="5" name="TextBox 5"/>
            <p:cNvSpPr txBox="1"/>
            <p:nvPr/>
          </p:nvSpPr>
          <p:spPr>
            <a:xfrm>
              <a:off x="0" y="-38100"/>
              <a:ext cx="672733" cy="183418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1417930" y="1028700"/>
            <a:ext cx="5841370" cy="8229600"/>
            <a:chOff x="0" y="0"/>
            <a:chExt cx="4507230" cy="6350000"/>
          </a:xfrm>
        </p:grpSpPr>
        <p:sp>
          <p:nvSpPr>
            <p:cNvPr id="7" name="Freeform 7"/>
            <p:cNvSpPr/>
            <p:nvPr/>
          </p:nvSpPr>
          <p:spPr>
            <a:xfrm>
              <a:off x="0" y="0"/>
              <a:ext cx="4505960" cy="6350000"/>
            </a:xfrm>
            <a:custGeom>
              <a:avLst/>
              <a:gdLst/>
              <a:ahLst/>
              <a:cxnLst/>
              <a:rect l="l" t="t" r="r" b="b"/>
              <a:pathLst>
                <a:path w="4505960" h="6350000">
                  <a:moveTo>
                    <a:pt x="0" y="561340"/>
                  </a:moveTo>
                  <a:lnTo>
                    <a:pt x="0" y="3961130"/>
                  </a:lnTo>
                  <a:cubicBezTo>
                    <a:pt x="0" y="4272280"/>
                    <a:pt x="252730" y="4523740"/>
                    <a:pt x="562610" y="4522470"/>
                  </a:cubicBezTo>
                  <a:cubicBezTo>
                    <a:pt x="873760" y="4521200"/>
                    <a:pt x="1126490" y="4773930"/>
                    <a:pt x="1125220" y="5085080"/>
                  </a:cubicBezTo>
                  <a:lnTo>
                    <a:pt x="1123950" y="5787390"/>
                  </a:lnTo>
                  <a:cubicBezTo>
                    <a:pt x="1123950" y="6098540"/>
                    <a:pt x="1375410" y="6350000"/>
                    <a:pt x="1685290" y="6350000"/>
                  </a:cubicBezTo>
                  <a:lnTo>
                    <a:pt x="3944620" y="6350000"/>
                  </a:lnTo>
                  <a:cubicBezTo>
                    <a:pt x="4254500" y="6350000"/>
                    <a:pt x="4505960" y="6098540"/>
                    <a:pt x="4505960" y="5788660"/>
                  </a:cubicBezTo>
                  <a:lnTo>
                    <a:pt x="4505960" y="2679700"/>
                  </a:lnTo>
                  <a:cubicBezTo>
                    <a:pt x="4505960" y="2494280"/>
                    <a:pt x="4414520" y="2321560"/>
                    <a:pt x="4262120" y="2217420"/>
                  </a:cubicBezTo>
                  <a:lnTo>
                    <a:pt x="1184910" y="99060"/>
                  </a:lnTo>
                  <a:cubicBezTo>
                    <a:pt x="1090930" y="34290"/>
                    <a:pt x="980440" y="0"/>
                    <a:pt x="866140" y="0"/>
                  </a:cubicBezTo>
                  <a:lnTo>
                    <a:pt x="561340" y="0"/>
                  </a:lnTo>
                  <a:cubicBezTo>
                    <a:pt x="251460" y="0"/>
                    <a:pt x="0" y="251460"/>
                    <a:pt x="0" y="561340"/>
                  </a:cubicBezTo>
                  <a:close/>
                </a:path>
              </a:pathLst>
            </a:custGeom>
            <a:blipFill>
              <a:blip r:embed="rId3"/>
              <a:stretch>
                <a:fillRect l="-36159" r="-51739"/>
              </a:stretch>
            </a:blipFill>
          </p:spPr>
          <p:txBody>
            <a:bodyPr/>
            <a:lstStyle/>
            <a:p>
              <a:endParaRPr lang="en-GB"/>
            </a:p>
          </p:txBody>
        </p:sp>
      </p:grpSp>
      <p:grpSp>
        <p:nvGrpSpPr>
          <p:cNvPr id="8" name="Group 8"/>
          <p:cNvGrpSpPr/>
          <p:nvPr/>
        </p:nvGrpSpPr>
        <p:grpSpPr>
          <a:xfrm rot="5400000">
            <a:off x="11130421" y="7827794"/>
            <a:ext cx="1875209" cy="625467"/>
            <a:chOff x="0" y="0"/>
            <a:chExt cx="2884193" cy="962009"/>
          </a:xfrm>
        </p:grpSpPr>
        <p:sp>
          <p:nvSpPr>
            <p:cNvPr id="9" name="Freeform 9"/>
            <p:cNvSpPr/>
            <p:nvPr/>
          </p:nvSpPr>
          <p:spPr>
            <a:xfrm>
              <a:off x="23428" y="0"/>
              <a:ext cx="2837337" cy="962009"/>
            </a:xfrm>
            <a:custGeom>
              <a:avLst/>
              <a:gdLst/>
              <a:ahLst/>
              <a:cxnLst/>
              <a:rect l="l" t="t" r="r" b="b"/>
              <a:pathLst>
                <a:path w="2837337" h="962009">
                  <a:moveTo>
                    <a:pt x="303629" y="0"/>
                  </a:moveTo>
                  <a:lnTo>
                    <a:pt x="2736908" y="0"/>
                  </a:lnTo>
                  <a:cubicBezTo>
                    <a:pt x="2767185" y="0"/>
                    <a:pt x="2795846" y="13659"/>
                    <a:pt x="2814915" y="37177"/>
                  </a:cubicBezTo>
                  <a:cubicBezTo>
                    <a:pt x="2833984" y="60694"/>
                    <a:pt x="2841425" y="91560"/>
                    <a:pt x="2835168" y="121183"/>
                  </a:cubicBezTo>
                  <a:lnTo>
                    <a:pt x="2683162" y="840826"/>
                  </a:lnTo>
                  <a:cubicBezTo>
                    <a:pt x="2668242" y="911464"/>
                    <a:pt x="2605904" y="962009"/>
                    <a:pt x="2533708" y="962009"/>
                  </a:cubicBezTo>
                  <a:lnTo>
                    <a:pt x="100429" y="962009"/>
                  </a:lnTo>
                  <a:cubicBezTo>
                    <a:pt x="70152" y="962009"/>
                    <a:pt x="41491" y="948350"/>
                    <a:pt x="22422" y="924833"/>
                  </a:cubicBezTo>
                  <a:cubicBezTo>
                    <a:pt x="3353" y="901315"/>
                    <a:pt x="-4088" y="870450"/>
                    <a:pt x="2169" y="840826"/>
                  </a:cubicBezTo>
                  <a:lnTo>
                    <a:pt x="154175" y="121183"/>
                  </a:lnTo>
                  <a:cubicBezTo>
                    <a:pt x="169095" y="50546"/>
                    <a:pt x="231433" y="0"/>
                    <a:pt x="303629" y="0"/>
                  </a:cubicBezTo>
                  <a:close/>
                </a:path>
              </a:pathLst>
            </a:custGeom>
            <a:solidFill>
              <a:srgbClr val="00B58F"/>
            </a:solidFill>
          </p:spPr>
          <p:txBody>
            <a:bodyPr/>
            <a:lstStyle/>
            <a:p>
              <a:endParaRPr lang="en-GB"/>
            </a:p>
          </p:txBody>
        </p:sp>
        <p:sp>
          <p:nvSpPr>
            <p:cNvPr id="10" name="TextBox 10"/>
            <p:cNvSpPr txBox="1"/>
            <p:nvPr/>
          </p:nvSpPr>
          <p:spPr>
            <a:xfrm>
              <a:off x="101600" y="-38100"/>
              <a:ext cx="2680993" cy="1000109"/>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073035">
            <a:off x="13678295" y="1105319"/>
            <a:ext cx="4112143" cy="1390748"/>
            <a:chOff x="0" y="0"/>
            <a:chExt cx="4431354" cy="1498707"/>
          </a:xfrm>
        </p:grpSpPr>
        <p:sp>
          <p:nvSpPr>
            <p:cNvPr id="12" name="Freeform 12"/>
            <p:cNvSpPr/>
            <p:nvPr/>
          </p:nvSpPr>
          <p:spPr>
            <a:xfrm>
              <a:off x="13057" y="5769"/>
              <a:ext cx="4405240" cy="1492938"/>
            </a:xfrm>
            <a:custGeom>
              <a:avLst/>
              <a:gdLst/>
              <a:ahLst/>
              <a:cxnLst/>
              <a:rect l="l" t="t" r="r" b="b"/>
              <a:pathLst>
                <a:path w="4405240" h="1492938">
                  <a:moveTo>
                    <a:pt x="2218215" y="4779"/>
                  </a:moveTo>
                  <a:lnTo>
                    <a:pt x="4402703" y="1482390"/>
                  </a:lnTo>
                  <a:cubicBezTo>
                    <a:pt x="4404802" y="1483810"/>
                    <a:pt x="4405729" y="1486435"/>
                    <a:pt x="4404986" y="1488859"/>
                  </a:cubicBezTo>
                  <a:cubicBezTo>
                    <a:pt x="4404244" y="1491283"/>
                    <a:pt x="4402005" y="1492938"/>
                    <a:pt x="4399470" y="1492938"/>
                  </a:cubicBezTo>
                  <a:lnTo>
                    <a:pt x="5770" y="1492938"/>
                  </a:lnTo>
                  <a:cubicBezTo>
                    <a:pt x="3235" y="1492938"/>
                    <a:pt x="997" y="1491283"/>
                    <a:pt x="254" y="1488859"/>
                  </a:cubicBezTo>
                  <a:cubicBezTo>
                    <a:pt x="-489" y="1486435"/>
                    <a:pt x="438" y="1483810"/>
                    <a:pt x="2538" y="1482390"/>
                  </a:cubicBezTo>
                  <a:lnTo>
                    <a:pt x="2187025" y="4779"/>
                  </a:lnTo>
                  <a:cubicBezTo>
                    <a:pt x="2196446" y="-1593"/>
                    <a:pt x="2208794" y="-1593"/>
                    <a:pt x="2218215" y="4779"/>
                  </a:cubicBezTo>
                  <a:close/>
                </a:path>
              </a:pathLst>
            </a:custGeom>
            <a:solidFill>
              <a:srgbClr val="00B58F"/>
            </a:solidFill>
          </p:spPr>
          <p:txBody>
            <a:bodyPr/>
            <a:lstStyle/>
            <a:p>
              <a:endParaRPr lang="en-GB"/>
            </a:p>
          </p:txBody>
        </p:sp>
        <p:sp>
          <p:nvSpPr>
            <p:cNvPr id="13" name="TextBox 13"/>
            <p:cNvSpPr txBox="1"/>
            <p:nvPr/>
          </p:nvSpPr>
          <p:spPr>
            <a:xfrm>
              <a:off x="692399" y="657728"/>
              <a:ext cx="3046556" cy="733928"/>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028700" y="4640462"/>
            <a:ext cx="3261039" cy="4057721"/>
            <a:chOff x="0" y="0"/>
            <a:chExt cx="842313" cy="1048093"/>
          </a:xfrm>
        </p:grpSpPr>
        <p:sp>
          <p:nvSpPr>
            <p:cNvPr id="15" name="Freeform 15"/>
            <p:cNvSpPr/>
            <p:nvPr/>
          </p:nvSpPr>
          <p:spPr>
            <a:xfrm>
              <a:off x="0" y="0"/>
              <a:ext cx="842313" cy="1048093"/>
            </a:xfrm>
            <a:custGeom>
              <a:avLst/>
              <a:gdLst/>
              <a:ahLst/>
              <a:cxnLst/>
              <a:rect l="l" t="t" r="r" b="b"/>
              <a:pathLst>
                <a:path w="842313" h="1048093">
                  <a:moveTo>
                    <a:pt x="47481" y="0"/>
                  </a:moveTo>
                  <a:lnTo>
                    <a:pt x="794832" y="0"/>
                  </a:lnTo>
                  <a:cubicBezTo>
                    <a:pt x="807425" y="0"/>
                    <a:pt x="819502" y="5002"/>
                    <a:pt x="828406" y="13907"/>
                  </a:cubicBezTo>
                  <a:cubicBezTo>
                    <a:pt x="837311" y="22811"/>
                    <a:pt x="842313" y="34888"/>
                    <a:pt x="842313" y="47481"/>
                  </a:cubicBezTo>
                  <a:lnTo>
                    <a:pt x="842313" y="1000611"/>
                  </a:lnTo>
                  <a:cubicBezTo>
                    <a:pt x="842313" y="1013204"/>
                    <a:pt x="837311" y="1025281"/>
                    <a:pt x="828406" y="1034186"/>
                  </a:cubicBezTo>
                  <a:cubicBezTo>
                    <a:pt x="819502" y="1043090"/>
                    <a:pt x="807425" y="1048093"/>
                    <a:pt x="794832" y="1048093"/>
                  </a:cubicBezTo>
                  <a:lnTo>
                    <a:pt x="47481" y="1048093"/>
                  </a:lnTo>
                  <a:cubicBezTo>
                    <a:pt x="34888" y="1048093"/>
                    <a:pt x="22811" y="1043090"/>
                    <a:pt x="13907" y="1034186"/>
                  </a:cubicBezTo>
                  <a:cubicBezTo>
                    <a:pt x="5002" y="1025281"/>
                    <a:pt x="0" y="1013204"/>
                    <a:pt x="0" y="1000611"/>
                  </a:cubicBezTo>
                  <a:lnTo>
                    <a:pt x="0" y="47481"/>
                  </a:lnTo>
                  <a:cubicBezTo>
                    <a:pt x="0" y="34888"/>
                    <a:pt x="5002" y="22811"/>
                    <a:pt x="13907" y="13907"/>
                  </a:cubicBezTo>
                  <a:cubicBezTo>
                    <a:pt x="22811" y="5002"/>
                    <a:pt x="34888" y="0"/>
                    <a:pt x="47481" y="0"/>
                  </a:cubicBezTo>
                  <a:close/>
                </a:path>
              </a:pathLst>
            </a:custGeom>
            <a:solidFill>
              <a:srgbClr val="0B132B"/>
            </a:solidFill>
            <a:ln cap="sq">
              <a:noFill/>
              <a:prstDash val="solid"/>
              <a:miter/>
            </a:ln>
          </p:spPr>
          <p:txBody>
            <a:bodyPr/>
            <a:lstStyle/>
            <a:p>
              <a:endParaRPr lang="en-GB"/>
            </a:p>
          </p:txBody>
        </p:sp>
        <p:sp>
          <p:nvSpPr>
            <p:cNvPr id="16" name="TextBox 16"/>
            <p:cNvSpPr txBox="1"/>
            <p:nvPr/>
          </p:nvSpPr>
          <p:spPr>
            <a:xfrm>
              <a:off x="0" y="-38100"/>
              <a:ext cx="842313" cy="1086193"/>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4635311" y="4640462"/>
            <a:ext cx="5661923" cy="4057721"/>
            <a:chOff x="0" y="0"/>
            <a:chExt cx="1462452" cy="1048093"/>
          </a:xfrm>
        </p:grpSpPr>
        <p:sp>
          <p:nvSpPr>
            <p:cNvPr id="18" name="Freeform 18"/>
            <p:cNvSpPr/>
            <p:nvPr/>
          </p:nvSpPr>
          <p:spPr>
            <a:xfrm>
              <a:off x="0" y="0"/>
              <a:ext cx="1462452" cy="1048093"/>
            </a:xfrm>
            <a:custGeom>
              <a:avLst/>
              <a:gdLst/>
              <a:ahLst/>
              <a:cxnLst/>
              <a:rect l="l" t="t" r="r" b="b"/>
              <a:pathLst>
                <a:path w="1462452" h="1048093">
                  <a:moveTo>
                    <a:pt x="27347" y="0"/>
                  </a:moveTo>
                  <a:lnTo>
                    <a:pt x="1435104" y="0"/>
                  </a:lnTo>
                  <a:cubicBezTo>
                    <a:pt x="1450208" y="0"/>
                    <a:pt x="1462452" y="12244"/>
                    <a:pt x="1462452" y="27347"/>
                  </a:cubicBezTo>
                  <a:lnTo>
                    <a:pt x="1462452" y="1020745"/>
                  </a:lnTo>
                  <a:cubicBezTo>
                    <a:pt x="1462452" y="1035849"/>
                    <a:pt x="1450208" y="1048093"/>
                    <a:pt x="1435104" y="1048093"/>
                  </a:cubicBezTo>
                  <a:lnTo>
                    <a:pt x="27347" y="1048093"/>
                  </a:lnTo>
                  <a:cubicBezTo>
                    <a:pt x="12244" y="1048093"/>
                    <a:pt x="0" y="1035849"/>
                    <a:pt x="0" y="1020745"/>
                  </a:cubicBezTo>
                  <a:lnTo>
                    <a:pt x="0" y="27347"/>
                  </a:lnTo>
                  <a:cubicBezTo>
                    <a:pt x="0" y="12244"/>
                    <a:pt x="12244" y="0"/>
                    <a:pt x="27347" y="0"/>
                  </a:cubicBezTo>
                  <a:close/>
                </a:path>
              </a:pathLst>
            </a:custGeom>
            <a:solidFill>
              <a:srgbClr val="00B58F"/>
            </a:solidFill>
            <a:ln cap="sq">
              <a:noFill/>
              <a:prstDash val="solid"/>
              <a:miter/>
            </a:ln>
          </p:spPr>
          <p:txBody>
            <a:bodyPr/>
            <a:lstStyle/>
            <a:p>
              <a:endParaRPr lang="en-GB"/>
            </a:p>
          </p:txBody>
        </p:sp>
        <p:sp>
          <p:nvSpPr>
            <p:cNvPr id="19" name="TextBox 19"/>
            <p:cNvSpPr txBox="1"/>
            <p:nvPr/>
          </p:nvSpPr>
          <p:spPr>
            <a:xfrm>
              <a:off x="0" y="-38100"/>
              <a:ext cx="1462452" cy="1086193"/>
            </a:xfrm>
            <a:prstGeom prst="rect">
              <a:avLst/>
            </a:prstGeom>
          </p:spPr>
          <p:txBody>
            <a:bodyPr lIns="50800" tIns="50800" rIns="50800" bIns="50800" rtlCol="0" anchor="ctr"/>
            <a:lstStyle/>
            <a:p>
              <a:pPr algn="ctr">
                <a:lnSpc>
                  <a:spcPts val="2659"/>
                </a:lnSpc>
                <a:spcBef>
                  <a:spcPct val="0"/>
                </a:spcBef>
              </a:pPr>
              <a:endParaRPr/>
            </a:p>
          </p:txBody>
        </p:sp>
      </p:grpSp>
      <p:sp>
        <p:nvSpPr>
          <p:cNvPr id="20" name="Freeform 20"/>
          <p:cNvSpPr/>
          <p:nvPr/>
        </p:nvSpPr>
        <p:spPr>
          <a:xfrm>
            <a:off x="5106756" y="7387303"/>
            <a:ext cx="518642" cy="762708"/>
          </a:xfrm>
          <a:custGeom>
            <a:avLst/>
            <a:gdLst/>
            <a:ahLst/>
            <a:cxnLst/>
            <a:rect l="l" t="t" r="r" b="b"/>
            <a:pathLst>
              <a:path w="518642" h="762708">
                <a:moveTo>
                  <a:pt x="0" y="0"/>
                </a:moveTo>
                <a:lnTo>
                  <a:pt x="518642" y="0"/>
                </a:lnTo>
                <a:lnTo>
                  <a:pt x="518642" y="762708"/>
                </a:lnTo>
                <a:lnTo>
                  <a:pt x="0" y="76270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a:p>
        </p:txBody>
      </p:sp>
      <p:sp>
        <p:nvSpPr>
          <p:cNvPr id="21" name="Freeform 21"/>
          <p:cNvSpPr/>
          <p:nvPr/>
        </p:nvSpPr>
        <p:spPr>
          <a:xfrm>
            <a:off x="7466273" y="7387303"/>
            <a:ext cx="633741" cy="762708"/>
          </a:xfrm>
          <a:custGeom>
            <a:avLst/>
            <a:gdLst/>
            <a:ahLst/>
            <a:cxnLst/>
            <a:rect l="l" t="t" r="r" b="b"/>
            <a:pathLst>
              <a:path w="633741" h="762708">
                <a:moveTo>
                  <a:pt x="0" y="0"/>
                </a:moveTo>
                <a:lnTo>
                  <a:pt x="633741" y="0"/>
                </a:lnTo>
                <a:lnTo>
                  <a:pt x="633741" y="762708"/>
                </a:lnTo>
                <a:lnTo>
                  <a:pt x="0" y="76270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22" name="TextBox 22"/>
          <p:cNvSpPr txBox="1"/>
          <p:nvPr/>
        </p:nvSpPr>
        <p:spPr>
          <a:xfrm>
            <a:off x="953562" y="1442053"/>
            <a:ext cx="9343672" cy="1657985"/>
          </a:xfrm>
          <a:prstGeom prst="rect">
            <a:avLst/>
          </a:prstGeom>
        </p:spPr>
        <p:txBody>
          <a:bodyPr lIns="0" tIns="0" rIns="0" bIns="0" rtlCol="0" anchor="t">
            <a:spAutoFit/>
          </a:bodyPr>
          <a:lstStyle/>
          <a:p>
            <a:pPr algn="l">
              <a:lnSpc>
                <a:spcPts val="6399"/>
              </a:lnSpc>
            </a:pPr>
            <a:r>
              <a:rPr lang="en-US" sz="6399">
                <a:solidFill>
                  <a:srgbClr val="0B132B"/>
                </a:solidFill>
                <a:latin typeface="Rubik One"/>
                <a:ea typeface="Rubik One"/>
                <a:cs typeface="Rubik One"/>
                <a:sym typeface="Rubik One"/>
              </a:rPr>
              <a:t>WHAT IS AN ELECTRIC VEHICLE?</a:t>
            </a:r>
          </a:p>
        </p:txBody>
      </p:sp>
      <p:sp>
        <p:nvSpPr>
          <p:cNvPr id="23" name="TextBox 23"/>
          <p:cNvSpPr txBox="1"/>
          <p:nvPr/>
        </p:nvSpPr>
        <p:spPr>
          <a:xfrm>
            <a:off x="1353022" y="754961"/>
            <a:ext cx="2381625" cy="273739"/>
          </a:xfrm>
          <a:prstGeom prst="rect">
            <a:avLst/>
          </a:prstGeom>
        </p:spPr>
        <p:txBody>
          <a:bodyPr lIns="0" tIns="0" rIns="0" bIns="0" rtlCol="0" anchor="t">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Larana Electric Car</a:t>
            </a:r>
          </a:p>
        </p:txBody>
      </p:sp>
      <p:sp>
        <p:nvSpPr>
          <p:cNvPr id="24" name="TextBox 24"/>
          <p:cNvSpPr txBox="1"/>
          <p:nvPr/>
        </p:nvSpPr>
        <p:spPr>
          <a:xfrm>
            <a:off x="1028700" y="3252058"/>
            <a:ext cx="8000819" cy="826296"/>
          </a:xfrm>
          <a:prstGeom prst="rect">
            <a:avLst/>
          </a:prstGeom>
        </p:spPr>
        <p:txBody>
          <a:bodyPr lIns="0" tIns="0" rIns="0" bIns="0" rtlCol="0" anchor="t">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turpis nec turpis aliquam varius eget in elit. Nulla quis ex nisi. Integer a convallis lacus, id</a:t>
            </a:r>
          </a:p>
        </p:txBody>
      </p:sp>
      <p:sp>
        <p:nvSpPr>
          <p:cNvPr id="25" name="TextBox 25"/>
          <p:cNvSpPr txBox="1"/>
          <p:nvPr/>
        </p:nvSpPr>
        <p:spPr>
          <a:xfrm>
            <a:off x="1429464" y="5292857"/>
            <a:ext cx="2459512" cy="876935"/>
          </a:xfrm>
          <a:prstGeom prst="rect">
            <a:avLst/>
          </a:prstGeom>
        </p:spPr>
        <p:txBody>
          <a:bodyPr lIns="0" tIns="0" rIns="0" bIns="0" rtlCol="0" anchor="t">
            <a:spAutoFit/>
          </a:bodyPr>
          <a:lstStyle/>
          <a:p>
            <a:pPr algn="ctr">
              <a:lnSpc>
                <a:spcPts val="3399"/>
              </a:lnSpc>
            </a:pPr>
            <a:r>
              <a:rPr lang="en-US" sz="3399">
                <a:solidFill>
                  <a:srgbClr val="FFFFFF"/>
                </a:solidFill>
                <a:latin typeface="Rubik One"/>
                <a:ea typeface="Rubik One"/>
                <a:cs typeface="Rubik One"/>
                <a:sym typeface="Rubik One"/>
              </a:rPr>
              <a:t>Electric Vehicle</a:t>
            </a:r>
          </a:p>
        </p:txBody>
      </p:sp>
      <p:sp>
        <p:nvSpPr>
          <p:cNvPr id="26" name="TextBox 26"/>
          <p:cNvSpPr txBox="1"/>
          <p:nvPr/>
        </p:nvSpPr>
        <p:spPr>
          <a:xfrm>
            <a:off x="5106756" y="5268066"/>
            <a:ext cx="4699982" cy="906125"/>
          </a:xfrm>
          <a:prstGeom prst="rect">
            <a:avLst/>
          </a:prstGeom>
        </p:spPr>
        <p:txBody>
          <a:bodyPr lIns="0" tIns="0" rIns="0" bIns="0" rtlCol="0" anchor="t">
            <a:spAutoFit/>
          </a:bodyPr>
          <a:lstStyle/>
          <a:p>
            <a:pPr algn="l">
              <a:lnSpc>
                <a:spcPts val="6800"/>
              </a:lnSpc>
            </a:pPr>
            <a:r>
              <a:rPr lang="en-US" sz="6800">
                <a:solidFill>
                  <a:srgbClr val="FFFFFF"/>
                </a:solidFill>
                <a:latin typeface="Rubik One"/>
                <a:ea typeface="Rubik One"/>
                <a:cs typeface="Rubik One"/>
                <a:sym typeface="Rubik One"/>
              </a:rPr>
              <a:t>$1.275</a:t>
            </a:r>
          </a:p>
        </p:txBody>
      </p:sp>
      <p:sp>
        <p:nvSpPr>
          <p:cNvPr id="27" name="TextBox 27"/>
          <p:cNvSpPr txBox="1"/>
          <p:nvPr/>
        </p:nvSpPr>
        <p:spPr>
          <a:xfrm>
            <a:off x="5817150" y="7568553"/>
            <a:ext cx="1397750" cy="524033"/>
          </a:xfrm>
          <a:prstGeom prst="rect">
            <a:avLst/>
          </a:prstGeom>
        </p:spPr>
        <p:txBody>
          <a:bodyPr lIns="0" tIns="0" rIns="0" bIns="0" rtlCol="0" anchor="t">
            <a:spAutoFit/>
          </a:bodyPr>
          <a:lstStyle/>
          <a:p>
            <a:pPr algn="l">
              <a:lnSpc>
                <a:spcPts val="3900"/>
              </a:lnSpc>
            </a:pPr>
            <a:r>
              <a:rPr lang="en-US" sz="3900">
                <a:solidFill>
                  <a:srgbClr val="FFFFFF"/>
                </a:solidFill>
                <a:latin typeface="Rubik One"/>
                <a:ea typeface="Rubik One"/>
                <a:cs typeface="Rubik One"/>
                <a:sym typeface="Rubik One"/>
              </a:rPr>
              <a:t>23%</a:t>
            </a:r>
          </a:p>
        </p:txBody>
      </p:sp>
      <p:sp>
        <p:nvSpPr>
          <p:cNvPr id="28" name="TextBox 28"/>
          <p:cNvSpPr txBox="1"/>
          <p:nvPr/>
        </p:nvSpPr>
        <p:spPr>
          <a:xfrm>
            <a:off x="8290514" y="7568553"/>
            <a:ext cx="1397750" cy="524033"/>
          </a:xfrm>
          <a:prstGeom prst="rect">
            <a:avLst/>
          </a:prstGeom>
        </p:spPr>
        <p:txBody>
          <a:bodyPr lIns="0" tIns="0" rIns="0" bIns="0" rtlCol="0" anchor="t">
            <a:spAutoFit/>
          </a:bodyPr>
          <a:lstStyle/>
          <a:p>
            <a:pPr algn="l">
              <a:lnSpc>
                <a:spcPts val="3900"/>
              </a:lnSpc>
            </a:pPr>
            <a:r>
              <a:rPr lang="en-US" sz="3900">
                <a:solidFill>
                  <a:srgbClr val="FFFFFF"/>
                </a:solidFill>
                <a:latin typeface="Rubik One"/>
                <a:ea typeface="Rubik One"/>
                <a:cs typeface="Rubik One"/>
                <a:sym typeface="Rubik One"/>
              </a:rPr>
              <a:t>44%</a:t>
            </a:r>
          </a:p>
        </p:txBody>
      </p:sp>
      <p:sp>
        <p:nvSpPr>
          <p:cNvPr id="29" name="TextBox 29"/>
          <p:cNvSpPr txBox="1"/>
          <p:nvPr/>
        </p:nvSpPr>
        <p:spPr>
          <a:xfrm>
            <a:off x="1429464" y="6362940"/>
            <a:ext cx="2459512" cy="1655131"/>
          </a:xfrm>
          <a:prstGeom prst="rect">
            <a:avLst/>
          </a:prstGeom>
        </p:spPr>
        <p:txBody>
          <a:bodyPr lIns="0" tIns="0" rIns="0" bIns="0" rtlCol="0" anchor="t">
            <a:spAutoFit/>
          </a:bodyPr>
          <a:lstStyle/>
          <a:p>
            <a:pPr algn="ctr">
              <a:lnSpc>
                <a:spcPts val="2239"/>
              </a:lnSpc>
            </a:pPr>
            <a:r>
              <a:rPr lang="en-US" sz="1599" spc="39">
                <a:solidFill>
                  <a:srgbClr val="FFFFFF"/>
                </a:solidFill>
                <a:latin typeface="Bricolage Grotesque"/>
                <a:ea typeface="Bricolage Grotesque"/>
                <a:cs typeface="Bricolage Grotesque"/>
                <a:sym typeface="Bricolage Grotesque"/>
              </a:rPr>
              <a:t>Lorem ipsum dolor sit amet, turpis adipiscing elit. Proin malesuada neque id lorem amet, in interdum justo ornare. Integer sed turpis</a:t>
            </a:r>
          </a:p>
        </p:txBody>
      </p:sp>
      <p:sp>
        <p:nvSpPr>
          <p:cNvPr id="30" name="TextBox 30"/>
          <p:cNvSpPr txBox="1"/>
          <p:nvPr/>
        </p:nvSpPr>
        <p:spPr>
          <a:xfrm>
            <a:off x="5106756" y="6280999"/>
            <a:ext cx="4699982" cy="826296"/>
          </a:xfrm>
          <a:prstGeom prst="rect">
            <a:avLst/>
          </a:prstGeom>
        </p:spPr>
        <p:txBody>
          <a:bodyPr lIns="0" tIns="0" rIns="0" bIns="0" rtlCol="0" anchor="t">
            <a:spAutoFit/>
          </a:bodyPr>
          <a:lstStyle/>
          <a:p>
            <a:pPr algn="l">
              <a:lnSpc>
                <a:spcPts val="2239"/>
              </a:lnSpc>
            </a:pPr>
            <a:r>
              <a:rPr lang="en-US" sz="1599" spc="39">
                <a:solidFill>
                  <a:srgbClr val="FFFFFF"/>
                </a:solidFill>
                <a:latin typeface="Bricolage Grotesque"/>
                <a:ea typeface="Bricolage Grotesque"/>
                <a:cs typeface="Bricolage Grotesque"/>
                <a:sym typeface="Bricolage Grotesque"/>
              </a:rPr>
              <a:t>Lorem ipsum dolor sit amet, turpis adipiscing elit. Proin malesuada neque id lorem amet, in interdum justo ornare. Integer sed turpis</a:t>
            </a:r>
          </a:p>
        </p:txBody>
      </p:sp>
      <p:grpSp>
        <p:nvGrpSpPr>
          <p:cNvPr id="31" name="Group 31"/>
          <p:cNvGrpSpPr/>
          <p:nvPr/>
        </p:nvGrpSpPr>
        <p:grpSpPr>
          <a:xfrm>
            <a:off x="5952812" y="8474412"/>
            <a:ext cx="4559724" cy="447540"/>
            <a:chOff x="0" y="0"/>
            <a:chExt cx="4059375" cy="398431"/>
          </a:xfrm>
        </p:grpSpPr>
        <p:sp>
          <p:nvSpPr>
            <p:cNvPr id="32" name="Freeform 32"/>
            <p:cNvSpPr/>
            <p:nvPr/>
          </p:nvSpPr>
          <p:spPr>
            <a:xfrm>
              <a:off x="9868" y="0"/>
              <a:ext cx="4039639" cy="398431"/>
            </a:xfrm>
            <a:custGeom>
              <a:avLst/>
              <a:gdLst/>
              <a:ahLst/>
              <a:cxnLst/>
              <a:rect l="l" t="t" r="r" b="b"/>
              <a:pathLst>
                <a:path w="4039639" h="398431">
                  <a:moveTo>
                    <a:pt x="218800" y="0"/>
                  </a:moveTo>
                  <a:lnTo>
                    <a:pt x="4024039" y="0"/>
                  </a:lnTo>
                  <a:cubicBezTo>
                    <a:pt x="4029468" y="0"/>
                    <a:pt x="4034506" y="2822"/>
                    <a:pt x="4037342" y="7452"/>
                  </a:cubicBezTo>
                  <a:cubicBezTo>
                    <a:pt x="4040177" y="12081"/>
                    <a:pt x="4040403" y="17852"/>
                    <a:pt x="4037936" y="22688"/>
                  </a:cubicBezTo>
                  <a:lnTo>
                    <a:pt x="3857878" y="375743"/>
                  </a:lnTo>
                  <a:cubicBezTo>
                    <a:pt x="3850777" y="389666"/>
                    <a:pt x="3836468" y="398431"/>
                    <a:pt x="3820839" y="398431"/>
                  </a:cubicBezTo>
                  <a:lnTo>
                    <a:pt x="15600" y="398431"/>
                  </a:lnTo>
                  <a:cubicBezTo>
                    <a:pt x="10171" y="398431"/>
                    <a:pt x="5133" y="395608"/>
                    <a:pt x="2297" y="390979"/>
                  </a:cubicBezTo>
                  <a:cubicBezTo>
                    <a:pt x="-538" y="386350"/>
                    <a:pt x="-764" y="380579"/>
                    <a:pt x="1703" y="375743"/>
                  </a:cubicBezTo>
                  <a:lnTo>
                    <a:pt x="181761" y="22688"/>
                  </a:lnTo>
                  <a:cubicBezTo>
                    <a:pt x="188862" y="8765"/>
                    <a:pt x="203171" y="0"/>
                    <a:pt x="218800" y="0"/>
                  </a:cubicBezTo>
                  <a:close/>
                </a:path>
              </a:pathLst>
            </a:custGeom>
            <a:solidFill>
              <a:srgbClr val="EDF6F9"/>
            </a:solidFill>
          </p:spPr>
          <p:txBody>
            <a:bodyPr/>
            <a:lstStyle/>
            <a:p>
              <a:endParaRPr lang="en-GB"/>
            </a:p>
          </p:txBody>
        </p:sp>
        <p:sp>
          <p:nvSpPr>
            <p:cNvPr id="33" name="TextBox 33"/>
            <p:cNvSpPr txBox="1"/>
            <p:nvPr/>
          </p:nvSpPr>
          <p:spPr>
            <a:xfrm>
              <a:off x="101600" y="-38100"/>
              <a:ext cx="3856175" cy="436531"/>
            </a:xfrm>
            <a:prstGeom prst="rect">
              <a:avLst/>
            </a:prstGeom>
          </p:spPr>
          <p:txBody>
            <a:bodyPr lIns="50800" tIns="50800" rIns="50800" bIns="50800" rtlCol="0" anchor="ctr"/>
            <a:lstStyle/>
            <a:p>
              <a:pPr algn="ctr">
                <a:lnSpc>
                  <a:spcPts val="2659"/>
                </a:lnSpc>
              </a:pPr>
              <a:endParaRPr/>
            </a:p>
          </p:txBody>
        </p:sp>
      </p:grpSp>
      <p:grpSp>
        <p:nvGrpSpPr>
          <p:cNvPr id="34" name="Group 34"/>
          <p:cNvGrpSpPr/>
          <p:nvPr/>
        </p:nvGrpSpPr>
        <p:grpSpPr>
          <a:xfrm>
            <a:off x="4429665" y="4416691"/>
            <a:ext cx="4559724" cy="447540"/>
            <a:chOff x="0" y="0"/>
            <a:chExt cx="4059375" cy="398431"/>
          </a:xfrm>
        </p:grpSpPr>
        <p:sp>
          <p:nvSpPr>
            <p:cNvPr id="35" name="Freeform 35"/>
            <p:cNvSpPr/>
            <p:nvPr/>
          </p:nvSpPr>
          <p:spPr>
            <a:xfrm>
              <a:off x="9868" y="0"/>
              <a:ext cx="4039639" cy="398431"/>
            </a:xfrm>
            <a:custGeom>
              <a:avLst/>
              <a:gdLst/>
              <a:ahLst/>
              <a:cxnLst/>
              <a:rect l="l" t="t" r="r" b="b"/>
              <a:pathLst>
                <a:path w="4039639" h="398431">
                  <a:moveTo>
                    <a:pt x="218800" y="0"/>
                  </a:moveTo>
                  <a:lnTo>
                    <a:pt x="4024039" y="0"/>
                  </a:lnTo>
                  <a:cubicBezTo>
                    <a:pt x="4029468" y="0"/>
                    <a:pt x="4034506" y="2822"/>
                    <a:pt x="4037342" y="7452"/>
                  </a:cubicBezTo>
                  <a:cubicBezTo>
                    <a:pt x="4040177" y="12081"/>
                    <a:pt x="4040403" y="17852"/>
                    <a:pt x="4037936" y="22688"/>
                  </a:cubicBezTo>
                  <a:lnTo>
                    <a:pt x="3857878" y="375743"/>
                  </a:lnTo>
                  <a:cubicBezTo>
                    <a:pt x="3850777" y="389666"/>
                    <a:pt x="3836468" y="398431"/>
                    <a:pt x="3820839" y="398431"/>
                  </a:cubicBezTo>
                  <a:lnTo>
                    <a:pt x="15600" y="398431"/>
                  </a:lnTo>
                  <a:cubicBezTo>
                    <a:pt x="10171" y="398431"/>
                    <a:pt x="5133" y="395608"/>
                    <a:pt x="2297" y="390979"/>
                  </a:cubicBezTo>
                  <a:cubicBezTo>
                    <a:pt x="-538" y="386350"/>
                    <a:pt x="-764" y="380579"/>
                    <a:pt x="1703" y="375743"/>
                  </a:cubicBezTo>
                  <a:lnTo>
                    <a:pt x="181761" y="22688"/>
                  </a:lnTo>
                  <a:cubicBezTo>
                    <a:pt x="188862" y="8765"/>
                    <a:pt x="203171" y="0"/>
                    <a:pt x="218800" y="0"/>
                  </a:cubicBezTo>
                  <a:close/>
                </a:path>
              </a:pathLst>
            </a:custGeom>
            <a:solidFill>
              <a:srgbClr val="EDF6F9"/>
            </a:solidFill>
          </p:spPr>
          <p:txBody>
            <a:bodyPr/>
            <a:lstStyle/>
            <a:p>
              <a:endParaRPr lang="en-GB"/>
            </a:p>
          </p:txBody>
        </p:sp>
        <p:sp>
          <p:nvSpPr>
            <p:cNvPr id="36" name="TextBox 36"/>
            <p:cNvSpPr txBox="1"/>
            <p:nvPr/>
          </p:nvSpPr>
          <p:spPr>
            <a:xfrm>
              <a:off x="101600" y="-38100"/>
              <a:ext cx="3856175" cy="436531"/>
            </a:xfrm>
            <a:prstGeom prst="rect">
              <a:avLst/>
            </a:prstGeom>
          </p:spPr>
          <p:txBody>
            <a:bodyPr lIns="50800" tIns="50800" rIns="50800" bIns="50800" rtlCol="0" anchor="ctr"/>
            <a:lstStyle/>
            <a:p>
              <a:pPr algn="ctr">
                <a:lnSpc>
                  <a:spcPts val="2659"/>
                </a:lnSpc>
              </a:pPr>
              <a:endParaRPr/>
            </a:p>
          </p:txBody>
        </p:sp>
      </p:grpSp>
      <p:grpSp>
        <p:nvGrpSpPr>
          <p:cNvPr id="37" name="Group 37"/>
          <p:cNvGrpSpPr/>
          <p:nvPr/>
        </p:nvGrpSpPr>
        <p:grpSpPr>
          <a:xfrm>
            <a:off x="786969" y="4416691"/>
            <a:ext cx="2947678" cy="447540"/>
            <a:chOff x="0" y="0"/>
            <a:chExt cx="2624223" cy="398431"/>
          </a:xfrm>
        </p:grpSpPr>
        <p:sp>
          <p:nvSpPr>
            <p:cNvPr id="38" name="Freeform 38"/>
            <p:cNvSpPr/>
            <p:nvPr/>
          </p:nvSpPr>
          <p:spPr>
            <a:xfrm>
              <a:off x="15265" y="0"/>
              <a:ext cx="2593693" cy="398431"/>
            </a:xfrm>
            <a:custGeom>
              <a:avLst/>
              <a:gdLst/>
              <a:ahLst/>
              <a:cxnLst/>
              <a:rect l="l" t="t" r="r" b="b"/>
              <a:pathLst>
                <a:path w="2593693" h="398431">
                  <a:moveTo>
                    <a:pt x="227332" y="0"/>
                  </a:moveTo>
                  <a:lnTo>
                    <a:pt x="2569561" y="0"/>
                  </a:lnTo>
                  <a:cubicBezTo>
                    <a:pt x="2577959" y="0"/>
                    <a:pt x="2585753" y="4366"/>
                    <a:pt x="2590139" y="11527"/>
                  </a:cubicBezTo>
                  <a:cubicBezTo>
                    <a:pt x="2594526" y="18688"/>
                    <a:pt x="2594874" y="27615"/>
                    <a:pt x="2591059" y="35096"/>
                  </a:cubicBezTo>
                  <a:lnTo>
                    <a:pt x="2423656" y="363335"/>
                  </a:lnTo>
                  <a:cubicBezTo>
                    <a:pt x="2412672" y="384872"/>
                    <a:pt x="2390538" y="398431"/>
                    <a:pt x="2366361" y="398431"/>
                  </a:cubicBezTo>
                  <a:lnTo>
                    <a:pt x="24132" y="398431"/>
                  </a:lnTo>
                  <a:cubicBezTo>
                    <a:pt x="15734" y="398431"/>
                    <a:pt x="7940" y="394065"/>
                    <a:pt x="3553" y="386904"/>
                  </a:cubicBezTo>
                  <a:cubicBezTo>
                    <a:pt x="-833" y="379743"/>
                    <a:pt x="-1181" y="370816"/>
                    <a:pt x="2634" y="363335"/>
                  </a:cubicBezTo>
                  <a:lnTo>
                    <a:pt x="170036" y="35096"/>
                  </a:lnTo>
                  <a:cubicBezTo>
                    <a:pt x="181020" y="13558"/>
                    <a:pt x="203155" y="0"/>
                    <a:pt x="227332" y="0"/>
                  </a:cubicBezTo>
                  <a:close/>
                </a:path>
              </a:pathLst>
            </a:custGeom>
            <a:solidFill>
              <a:srgbClr val="EDF6F9"/>
            </a:solidFill>
          </p:spPr>
          <p:txBody>
            <a:bodyPr/>
            <a:lstStyle/>
            <a:p>
              <a:endParaRPr lang="en-GB"/>
            </a:p>
          </p:txBody>
        </p:sp>
        <p:sp>
          <p:nvSpPr>
            <p:cNvPr id="39" name="TextBox 39"/>
            <p:cNvSpPr txBox="1"/>
            <p:nvPr/>
          </p:nvSpPr>
          <p:spPr>
            <a:xfrm>
              <a:off x="101600" y="-38100"/>
              <a:ext cx="2421023" cy="436531"/>
            </a:xfrm>
            <a:prstGeom prst="rect">
              <a:avLst/>
            </a:prstGeom>
          </p:spPr>
          <p:txBody>
            <a:bodyPr lIns="50800" tIns="50800" rIns="50800" bIns="50800" rtlCol="0" anchor="ctr"/>
            <a:lstStyle/>
            <a:p>
              <a:pPr algn="ctr">
                <a:lnSpc>
                  <a:spcPts val="2659"/>
                </a:lnSpc>
              </a:pPr>
              <a:endParaRPr/>
            </a:p>
          </p:txBody>
        </p:sp>
      </p:grpSp>
      <p:grpSp>
        <p:nvGrpSpPr>
          <p:cNvPr id="40" name="Group 40"/>
          <p:cNvGrpSpPr/>
          <p:nvPr/>
        </p:nvGrpSpPr>
        <p:grpSpPr>
          <a:xfrm>
            <a:off x="1956527" y="8473564"/>
            <a:ext cx="2473138" cy="447540"/>
            <a:chOff x="0" y="0"/>
            <a:chExt cx="2201755" cy="398431"/>
          </a:xfrm>
        </p:grpSpPr>
        <p:sp>
          <p:nvSpPr>
            <p:cNvPr id="41" name="Freeform 41"/>
            <p:cNvSpPr/>
            <p:nvPr/>
          </p:nvSpPr>
          <p:spPr>
            <a:xfrm>
              <a:off x="18194" y="0"/>
              <a:ext cx="2165368" cy="398431"/>
            </a:xfrm>
            <a:custGeom>
              <a:avLst/>
              <a:gdLst/>
              <a:ahLst/>
              <a:cxnLst/>
              <a:rect l="l" t="t" r="r" b="b"/>
              <a:pathLst>
                <a:path w="2165368" h="398431">
                  <a:moveTo>
                    <a:pt x="231962" y="0"/>
                  </a:moveTo>
                  <a:lnTo>
                    <a:pt x="2136605" y="0"/>
                  </a:lnTo>
                  <a:cubicBezTo>
                    <a:pt x="2146614" y="0"/>
                    <a:pt x="2155904" y="5204"/>
                    <a:pt x="2161132" y="13739"/>
                  </a:cubicBezTo>
                  <a:cubicBezTo>
                    <a:pt x="2166360" y="22274"/>
                    <a:pt x="2166775" y="32914"/>
                    <a:pt x="2162228" y="41830"/>
                  </a:cubicBezTo>
                  <a:lnTo>
                    <a:pt x="2001694" y="356601"/>
                  </a:lnTo>
                  <a:cubicBezTo>
                    <a:pt x="1988602" y="382271"/>
                    <a:pt x="1962221" y="398431"/>
                    <a:pt x="1933405" y="398431"/>
                  </a:cubicBezTo>
                  <a:lnTo>
                    <a:pt x="28762" y="398431"/>
                  </a:lnTo>
                  <a:cubicBezTo>
                    <a:pt x="18753" y="398431"/>
                    <a:pt x="9463" y="393227"/>
                    <a:pt x="4235" y="384692"/>
                  </a:cubicBezTo>
                  <a:cubicBezTo>
                    <a:pt x="-993" y="376157"/>
                    <a:pt x="-1408" y="365517"/>
                    <a:pt x="3139" y="356601"/>
                  </a:cubicBezTo>
                  <a:lnTo>
                    <a:pt x="163673" y="41830"/>
                  </a:lnTo>
                  <a:cubicBezTo>
                    <a:pt x="176764" y="16160"/>
                    <a:pt x="203146" y="0"/>
                    <a:pt x="231962" y="0"/>
                  </a:cubicBezTo>
                  <a:close/>
                </a:path>
              </a:pathLst>
            </a:custGeom>
            <a:solidFill>
              <a:srgbClr val="EDF6F9"/>
            </a:solidFill>
          </p:spPr>
          <p:txBody>
            <a:bodyPr/>
            <a:lstStyle/>
            <a:p>
              <a:endParaRPr lang="en-GB"/>
            </a:p>
          </p:txBody>
        </p:sp>
        <p:sp>
          <p:nvSpPr>
            <p:cNvPr id="42" name="TextBox 42"/>
            <p:cNvSpPr txBox="1"/>
            <p:nvPr/>
          </p:nvSpPr>
          <p:spPr>
            <a:xfrm>
              <a:off x="101600" y="-38100"/>
              <a:ext cx="1998555" cy="436531"/>
            </a:xfrm>
            <a:prstGeom prst="rect">
              <a:avLst/>
            </a:prstGeom>
          </p:spPr>
          <p:txBody>
            <a:bodyPr lIns="50800" tIns="50800" rIns="50800" bIns="50800" rtlCol="0" anchor="ctr"/>
            <a:lstStyle/>
            <a:p>
              <a:pPr algn="ctr">
                <a:lnSpc>
                  <a:spcPts val="2659"/>
                </a:lnSpc>
              </a:pPr>
              <a:endParaRPr/>
            </a:p>
          </p:txBody>
        </p:sp>
      </p:grpSp>
      <p:sp>
        <p:nvSpPr>
          <p:cNvPr id="43" name="TextBox 43"/>
          <p:cNvSpPr txBox="1"/>
          <p:nvPr/>
        </p:nvSpPr>
        <p:spPr>
          <a:xfrm>
            <a:off x="14877675" y="9322533"/>
            <a:ext cx="2381625" cy="240628"/>
          </a:xfrm>
          <a:prstGeom prst="rect">
            <a:avLst/>
          </a:prstGeom>
        </p:spPr>
        <p:txBody>
          <a:bodyPr lIns="0" tIns="0" rIns="0" bIns="0" rtlCol="0" anchor="t">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- 02</a:t>
            </a:r>
          </a:p>
        </p:txBody>
      </p:sp>
      <p:grpSp>
        <p:nvGrpSpPr>
          <p:cNvPr id="44" name="Group 44"/>
          <p:cNvGrpSpPr/>
          <p:nvPr/>
        </p:nvGrpSpPr>
        <p:grpSpPr>
          <a:xfrm>
            <a:off x="-3150242" y="9960324"/>
            <a:ext cx="9960587" cy="1142074"/>
            <a:chOff x="0" y="0"/>
            <a:chExt cx="2572779" cy="294993"/>
          </a:xfrm>
        </p:grpSpPr>
        <p:sp>
          <p:nvSpPr>
            <p:cNvPr id="45" name="Freeform 45"/>
            <p:cNvSpPr/>
            <p:nvPr/>
          </p:nvSpPr>
          <p:spPr>
            <a:xfrm>
              <a:off x="0" y="0"/>
              <a:ext cx="2572779" cy="294993"/>
            </a:xfrm>
            <a:custGeom>
              <a:avLst/>
              <a:gdLst/>
              <a:ahLst/>
              <a:cxnLst/>
              <a:rect l="l" t="t" r="r" b="b"/>
              <a:pathLst>
                <a:path w="2572779" h="294993">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txBody>
            <a:bodyPr/>
            <a:lstStyle/>
            <a:p>
              <a:endParaRPr lang="en-GB"/>
            </a:p>
          </p:txBody>
        </p:sp>
        <p:sp>
          <p:nvSpPr>
            <p:cNvPr id="46" name="TextBox 46"/>
            <p:cNvSpPr txBox="1"/>
            <p:nvPr/>
          </p:nvSpPr>
          <p:spPr>
            <a:xfrm>
              <a:off x="0" y="-38100"/>
              <a:ext cx="2572779" cy="333093"/>
            </a:xfrm>
            <a:prstGeom prst="rect">
              <a:avLst/>
            </a:prstGeom>
          </p:spPr>
          <p:txBody>
            <a:bodyPr lIns="50800" tIns="50800" rIns="50800" bIns="50800" rtlCol="0" anchor="ctr"/>
            <a:lstStyle/>
            <a:p>
              <a:pPr algn="ctr">
                <a:lnSpc>
                  <a:spcPts val="2659"/>
                </a:lnSpc>
                <a:spcBef>
                  <a:spcPct val="0"/>
                </a:spcBef>
              </a:pPr>
              <a:endParaRPr/>
            </a:p>
          </p:txBody>
        </p:sp>
      </p:grpSp>
      <p:grpSp>
        <p:nvGrpSpPr>
          <p:cNvPr id="47" name="Group 47"/>
          <p:cNvGrpSpPr/>
          <p:nvPr/>
        </p:nvGrpSpPr>
        <p:grpSpPr>
          <a:xfrm>
            <a:off x="14338615" y="-784283"/>
            <a:ext cx="12457569" cy="1142074"/>
            <a:chOff x="0" y="0"/>
            <a:chExt cx="3217739" cy="294993"/>
          </a:xfrm>
        </p:grpSpPr>
        <p:sp>
          <p:nvSpPr>
            <p:cNvPr id="48" name="Freeform 48"/>
            <p:cNvSpPr/>
            <p:nvPr/>
          </p:nvSpPr>
          <p:spPr>
            <a:xfrm>
              <a:off x="0" y="0"/>
              <a:ext cx="3217739" cy="294993"/>
            </a:xfrm>
            <a:custGeom>
              <a:avLst/>
              <a:gdLst/>
              <a:ahLst/>
              <a:cxnLst/>
              <a:rect l="l" t="t" r="r" b="b"/>
              <a:pathLst>
                <a:path w="3217739" h="294993">
                  <a:moveTo>
                    <a:pt x="37288" y="0"/>
                  </a:moveTo>
                  <a:lnTo>
                    <a:pt x="3180451" y="0"/>
                  </a:lnTo>
                  <a:cubicBezTo>
                    <a:pt x="3201045" y="0"/>
                    <a:pt x="3217739" y="16694"/>
                    <a:pt x="3217739" y="37288"/>
                  </a:cubicBezTo>
                  <a:lnTo>
                    <a:pt x="3217739" y="257705"/>
                  </a:lnTo>
                  <a:cubicBezTo>
                    <a:pt x="3217739" y="267595"/>
                    <a:pt x="3213811" y="277079"/>
                    <a:pt x="3206818" y="284072"/>
                  </a:cubicBezTo>
                  <a:cubicBezTo>
                    <a:pt x="3199825" y="291064"/>
                    <a:pt x="3190341" y="294993"/>
                    <a:pt x="3180451" y="294993"/>
                  </a:cubicBezTo>
                  <a:lnTo>
                    <a:pt x="37288" y="294993"/>
                  </a:lnTo>
                  <a:cubicBezTo>
                    <a:pt x="16694" y="294993"/>
                    <a:pt x="0" y="278299"/>
                    <a:pt x="0" y="257705"/>
                  </a:cubicBezTo>
                  <a:lnTo>
                    <a:pt x="0" y="37288"/>
                  </a:lnTo>
                  <a:cubicBezTo>
                    <a:pt x="0" y="16694"/>
                    <a:pt x="16694" y="0"/>
                    <a:pt x="37288" y="0"/>
                  </a:cubicBezTo>
                  <a:close/>
                </a:path>
              </a:pathLst>
            </a:custGeom>
            <a:ln w="19050" cap="rnd">
              <a:solidFill>
                <a:srgbClr val="00B58F"/>
              </a:solidFill>
              <a:prstDash val="solid"/>
              <a:round/>
            </a:ln>
          </p:spPr>
          <p:txBody>
            <a:bodyPr/>
            <a:lstStyle/>
            <a:p>
              <a:endParaRPr lang="en-GB"/>
            </a:p>
          </p:txBody>
        </p:sp>
        <p:sp>
          <p:nvSpPr>
            <p:cNvPr id="49" name="TextBox 49"/>
            <p:cNvSpPr txBox="1"/>
            <p:nvPr/>
          </p:nvSpPr>
          <p:spPr>
            <a:xfrm>
              <a:off x="0" y="-38100"/>
              <a:ext cx="3217739" cy="333093"/>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DF6F9"/>
        </a:solidFill>
        <a:effectLst/>
      </p:bgPr>
    </p:bg>
    <p:spTree>
      <p:nvGrpSpPr>
        <p:cNvPr id="1" name=""/>
        <p:cNvGrpSpPr/>
        <p:nvPr/>
      </p:nvGrpSpPr>
      <p:grpSpPr>
        <a:xfrm>
          <a:off x="0" y="0"/>
          <a:ext cx="0" cy="0"/>
          <a:chOff x="0" y="0"/>
          <a:chExt cx="0" cy="0"/>
        </a:xfrm>
      </p:grpSpPr>
      <p:sp>
        <p:nvSpPr>
          <p:cNvPr id="2" name="Freeform 2"/>
          <p:cNvSpPr/>
          <p:nvPr/>
        </p:nvSpPr>
        <p:spPr>
          <a:xfrm>
            <a:off x="1028700" y="808637"/>
            <a:ext cx="229386" cy="182674"/>
          </a:xfrm>
          <a:custGeom>
            <a:avLst/>
            <a:gdLst/>
            <a:ahLst/>
            <a:cxnLst/>
            <a:rect l="l" t="t" r="r" b="b"/>
            <a:pathLst>
              <a:path w="229386" h="182674">
                <a:moveTo>
                  <a:pt x="0" y="0"/>
                </a:moveTo>
                <a:lnTo>
                  <a:pt x="229386" y="0"/>
                </a:lnTo>
                <a:lnTo>
                  <a:pt x="229386" y="182675"/>
                </a:lnTo>
                <a:lnTo>
                  <a:pt x="0" y="18267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GB"/>
          </a:p>
        </p:txBody>
      </p:sp>
      <p:grpSp>
        <p:nvGrpSpPr>
          <p:cNvPr id="3" name="Group 3"/>
          <p:cNvGrpSpPr/>
          <p:nvPr/>
        </p:nvGrpSpPr>
        <p:grpSpPr>
          <a:xfrm>
            <a:off x="6651701" y="2557067"/>
            <a:ext cx="2584266" cy="3007146"/>
            <a:chOff x="0" y="0"/>
            <a:chExt cx="698500" cy="812800"/>
          </a:xfrm>
        </p:grpSpPr>
        <p:sp>
          <p:nvSpPr>
            <p:cNvPr id="4" name="Freeform 4"/>
            <p:cNvSpPr/>
            <p:nvPr/>
          </p:nvSpPr>
          <p:spPr>
            <a:xfrm>
              <a:off x="0" y="13889"/>
              <a:ext cx="698500" cy="785022"/>
            </a:xfrm>
            <a:custGeom>
              <a:avLst/>
              <a:gdLst/>
              <a:ahLst/>
              <a:cxnLst/>
              <a:rect l="l" t="t" r="r" b="b"/>
              <a:pathLst>
                <a:path w="698500" h="785022">
                  <a:moveTo>
                    <a:pt x="393755" y="12005"/>
                  </a:moveTo>
                  <a:lnTo>
                    <a:pt x="653995" y="163417"/>
                  </a:lnTo>
                  <a:cubicBezTo>
                    <a:pt x="681549" y="179449"/>
                    <a:pt x="698500" y="208922"/>
                    <a:pt x="698500" y="240801"/>
                  </a:cubicBezTo>
                  <a:lnTo>
                    <a:pt x="698500" y="544221"/>
                  </a:lnTo>
                  <a:cubicBezTo>
                    <a:pt x="698500" y="576100"/>
                    <a:pt x="681549" y="605573"/>
                    <a:pt x="653995" y="621605"/>
                  </a:cubicBezTo>
                  <a:lnTo>
                    <a:pt x="393755" y="773017"/>
                  </a:lnTo>
                  <a:cubicBezTo>
                    <a:pt x="366244" y="789024"/>
                    <a:pt x="332256" y="789024"/>
                    <a:pt x="304745" y="773017"/>
                  </a:cubicBezTo>
                  <a:lnTo>
                    <a:pt x="44505" y="621605"/>
                  </a:lnTo>
                  <a:cubicBezTo>
                    <a:pt x="16951" y="605573"/>
                    <a:pt x="0" y="576100"/>
                    <a:pt x="0" y="544221"/>
                  </a:cubicBezTo>
                  <a:lnTo>
                    <a:pt x="0" y="240801"/>
                  </a:lnTo>
                  <a:cubicBezTo>
                    <a:pt x="0" y="208922"/>
                    <a:pt x="16951" y="179449"/>
                    <a:pt x="44505" y="163417"/>
                  </a:cubicBezTo>
                  <a:lnTo>
                    <a:pt x="304745" y="12005"/>
                  </a:lnTo>
                  <a:cubicBezTo>
                    <a:pt x="332256" y="-4002"/>
                    <a:pt x="366244" y="-4002"/>
                    <a:pt x="393755" y="12005"/>
                  </a:cubicBezTo>
                  <a:close/>
                </a:path>
              </a:pathLst>
            </a:custGeom>
            <a:ln w="19050" cap="sq">
              <a:solidFill>
                <a:srgbClr val="00B58F"/>
              </a:solidFill>
              <a:prstDash val="solid"/>
              <a:miter/>
            </a:ln>
          </p:spPr>
          <p:txBody>
            <a:bodyPr/>
            <a:lstStyle/>
            <a:p>
              <a:endParaRPr lang="en-GB"/>
            </a:p>
          </p:txBody>
        </p:sp>
        <p:sp>
          <p:nvSpPr>
            <p:cNvPr id="5" name="TextBox 5"/>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604727" y="2538017"/>
            <a:ext cx="2584266" cy="3007146"/>
            <a:chOff x="0" y="0"/>
            <a:chExt cx="698500" cy="812800"/>
          </a:xfrm>
        </p:grpSpPr>
        <p:sp>
          <p:nvSpPr>
            <p:cNvPr id="7" name="Freeform 7"/>
            <p:cNvSpPr/>
            <p:nvPr/>
          </p:nvSpPr>
          <p:spPr>
            <a:xfrm>
              <a:off x="0" y="13889"/>
              <a:ext cx="698500" cy="785022"/>
            </a:xfrm>
            <a:custGeom>
              <a:avLst/>
              <a:gdLst/>
              <a:ahLst/>
              <a:cxnLst/>
              <a:rect l="l" t="t" r="r" b="b"/>
              <a:pathLst>
                <a:path w="698500" h="785022">
                  <a:moveTo>
                    <a:pt x="393755" y="12005"/>
                  </a:moveTo>
                  <a:lnTo>
                    <a:pt x="653995" y="163417"/>
                  </a:lnTo>
                  <a:cubicBezTo>
                    <a:pt x="681549" y="179449"/>
                    <a:pt x="698500" y="208922"/>
                    <a:pt x="698500" y="240801"/>
                  </a:cubicBezTo>
                  <a:lnTo>
                    <a:pt x="698500" y="544221"/>
                  </a:lnTo>
                  <a:cubicBezTo>
                    <a:pt x="698500" y="576100"/>
                    <a:pt x="681549" y="605573"/>
                    <a:pt x="653995" y="621605"/>
                  </a:cubicBezTo>
                  <a:lnTo>
                    <a:pt x="393755" y="773017"/>
                  </a:lnTo>
                  <a:cubicBezTo>
                    <a:pt x="366244" y="789024"/>
                    <a:pt x="332256" y="789024"/>
                    <a:pt x="304745" y="773017"/>
                  </a:cubicBezTo>
                  <a:lnTo>
                    <a:pt x="44505" y="621605"/>
                  </a:lnTo>
                  <a:cubicBezTo>
                    <a:pt x="16951" y="605573"/>
                    <a:pt x="0" y="576100"/>
                    <a:pt x="0" y="544221"/>
                  </a:cubicBezTo>
                  <a:lnTo>
                    <a:pt x="0" y="240801"/>
                  </a:lnTo>
                  <a:cubicBezTo>
                    <a:pt x="0" y="208922"/>
                    <a:pt x="16951" y="179449"/>
                    <a:pt x="44505" y="163417"/>
                  </a:cubicBezTo>
                  <a:lnTo>
                    <a:pt x="304745" y="12005"/>
                  </a:lnTo>
                  <a:cubicBezTo>
                    <a:pt x="332256" y="-4002"/>
                    <a:pt x="366244" y="-4002"/>
                    <a:pt x="393755" y="12005"/>
                  </a:cubicBezTo>
                  <a:close/>
                </a:path>
              </a:pathLst>
            </a:custGeom>
            <a:ln w="19050" cap="sq">
              <a:solidFill>
                <a:srgbClr val="00B58F"/>
              </a:solidFill>
              <a:prstDash val="solid"/>
              <a:miter/>
            </a:ln>
          </p:spPr>
          <p:txBody>
            <a:bodyPr/>
            <a:lstStyle/>
            <a:p>
              <a:endParaRPr lang="en-GB"/>
            </a:p>
          </p:txBody>
        </p:sp>
        <p:sp>
          <p:nvSpPr>
            <p:cNvPr id="8" name="TextBox 8"/>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9037881" y="5764822"/>
            <a:ext cx="2584266" cy="3007146"/>
            <a:chOff x="0" y="0"/>
            <a:chExt cx="698500" cy="812800"/>
          </a:xfrm>
        </p:grpSpPr>
        <p:sp>
          <p:nvSpPr>
            <p:cNvPr id="10" name="Freeform 10"/>
            <p:cNvSpPr/>
            <p:nvPr/>
          </p:nvSpPr>
          <p:spPr>
            <a:xfrm>
              <a:off x="0" y="13889"/>
              <a:ext cx="698500" cy="785022"/>
            </a:xfrm>
            <a:custGeom>
              <a:avLst/>
              <a:gdLst/>
              <a:ahLst/>
              <a:cxnLst/>
              <a:rect l="l" t="t" r="r" b="b"/>
              <a:pathLst>
                <a:path w="698500" h="785022">
                  <a:moveTo>
                    <a:pt x="393755" y="12005"/>
                  </a:moveTo>
                  <a:lnTo>
                    <a:pt x="653995" y="163417"/>
                  </a:lnTo>
                  <a:cubicBezTo>
                    <a:pt x="681549" y="179449"/>
                    <a:pt x="698500" y="208922"/>
                    <a:pt x="698500" y="240801"/>
                  </a:cubicBezTo>
                  <a:lnTo>
                    <a:pt x="698500" y="544221"/>
                  </a:lnTo>
                  <a:cubicBezTo>
                    <a:pt x="698500" y="576100"/>
                    <a:pt x="681549" y="605573"/>
                    <a:pt x="653995" y="621605"/>
                  </a:cubicBezTo>
                  <a:lnTo>
                    <a:pt x="393755" y="773017"/>
                  </a:lnTo>
                  <a:cubicBezTo>
                    <a:pt x="366244" y="789024"/>
                    <a:pt x="332256" y="789024"/>
                    <a:pt x="304745" y="773017"/>
                  </a:cubicBezTo>
                  <a:lnTo>
                    <a:pt x="44505" y="621605"/>
                  </a:lnTo>
                  <a:cubicBezTo>
                    <a:pt x="16951" y="605573"/>
                    <a:pt x="0" y="576100"/>
                    <a:pt x="0" y="544221"/>
                  </a:cubicBezTo>
                  <a:lnTo>
                    <a:pt x="0" y="240801"/>
                  </a:lnTo>
                  <a:cubicBezTo>
                    <a:pt x="0" y="208922"/>
                    <a:pt x="16951" y="179449"/>
                    <a:pt x="44505" y="163417"/>
                  </a:cubicBezTo>
                  <a:lnTo>
                    <a:pt x="304745" y="12005"/>
                  </a:lnTo>
                  <a:cubicBezTo>
                    <a:pt x="332256" y="-4002"/>
                    <a:pt x="366244" y="-4002"/>
                    <a:pt x="393755" y="12005"/>
                  </a:cubicBezTo>
                  <a:close/>
                </a:path>
              </a:pathLst>
            </a:custGeom>
            <a:ln w="19050" cap="sq">
              <a:solidFill>
                <a:srgbClr val="00B58F"/>
              </a:solidFill>
              <a:prstDash val="solid"/>
              <a:miter/>
            </a:ln>
          </p:spPr>
          <p:txBody>
            <a:bodyPr/>
            <a:lstStyle/>
            <a:p>
              <a:endParaRPr lang="en-GB"/>
            </a:p>
          </p:txBody>
        </p:sp>
        <p:sp>
          <p:nvSpPr>
            <p:cNvPr id="11" name="TextBox 11"/>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5056182" y="5764822"/>
            <a:ext cx="2584266" cy="3007146"/>
            <a:chOff x="0" y="0"/>
            <a:chExt cx="698500" cy="812800"/>
          </a:xfrm>
        </p:grpSpPr>
        <p:sp>
          <p:nvSpPr>
            <p:cNvPr id="13" name="Freeform 13"/>
            <p:cNvSpPr/>
            <p:nvPr/>
          </p:nvSpPr>
          <p:spPr>
            <a:xfrm>
              <a:off x="0" y="13889"/>
              <a:ext cx="698500" cy="785022"/>
            </a:xfrm>
            <a:custGeom>
              <a:avLst/>
              <a:gdLst/>
              <a:ahLst/>
              <a:cxnLst/>
              <a:rect l="l" t="t" r="r" b="b"/>
              <a:pathLst>
                <a:path w="698500" h="785022">
                  <a:moveTo>
                    <a:pt x="393755" y="12005"/>
                  </a:moveTo>
                  <a:lnTo>
                    <a:pt x="653995" y="163417"/>
                  </a:lnTo>
                  <a:cubicBezTo>
                    <a:pt x="681549" y="179449"/>
                    <a:pt x="698500" y="208922"/>
                    <a:pt x="698500" y="240801"/>
                  </a:cubicBezTo>
                  <a:lnTo>
                    <a:pt x="698500" y="544221"/>
                  </a:lnTo>
                  <a:cubicBezTo>
                    <a:pt x="698500" y="576100"/>
                    <a:pt x="681549" y="605573"/>
                    <a:pt x="653995" y="621605"/>
                  </a:cubicBezTo>
                  <a:lnTo>
                    <a:pt x="393755" y="773017"/>
                  </a:lnTo>
                  <a:cubicBezTo>
                    <a:pt x="366244" y="789024"/>
                    <a:pt x="332256" y="789024"/>
                    <a:pt x="304745" y="773017"/>
                  </a:cubicBezTo>
                  <a:lnTo>
                    <a:pt x="44505" y="621605"/>
                  </a:lnTo>
                  <a:cubicBezTo>
                    <a:pt x="16951" y="605573"/>
                    <a:pt x="0" y="576100"/>
                    <a:pt x="0" y="544221"/>
                  </a:cubicBezTo>
                  <a:lnTo>
                    <a:pt x="0" y="240801"/>
                  </a:lnTo>
                  <a:cubicBezTo>
                    <a:pt x="0" y="208922"/>
                    <a:pt x="16951" y="179449"/>
                    <a:pt x="44505" y="163417"/>
                  </a:cubicBezTo>
                  <a:lnTo>
                    <a:pt x="304745" y="12005"/>
                  </a:lnTo>
                  <a:cubicBezTo>
                    <a:pt x="332256" y="-4002"/>
                    <a:pt x="366244" y="-4002"/>
                    <a:pt x="393755" y="12005"/>
                  </a:cubicBezTo>
                  <a:close/>
                </a:path>
              </a:pathLst>
            </a:custGeom>
            <a:ln w="19050" cap="sq">
              <a:solidFill>
                <a:srgbClr val="00B58F"/>
              </a:solidFill>
              <a:prstDash val="solid"/>
              <a:miter/>
            </a:ln>
          </p:spPr>
          <p:txBody>
            <a:bodyPr/>
            <a:lstStyle/>
            <a:p>
              <a:endParaRPr lang="en-GB"/>
            </a:p>
          </p:txBody>
        </p:sp>
        <p:sp>
          <p:nvSpPr>
            <p:cNvPr id="14" name="TextBox 14"/>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6872046" y="2576117"/>
            <a:ext cx="2943763" cy="3425469"/>
            <a:chOff x="0" y="0"/>
            <a:chExt cx="698500" cy="812800"/>
          </a:xfrm>
        </p:grpSpPr>
        <p:sp>
          <p:nvSpPr>
            <p:cNvPr id="16" name="Freeform 16"/>
            <p:cNvSpPr/>
            <p:nvPr/>
          </p:nvSpPr>
          <p:spPr>
            <a:xfrm>
              <a:off x="0" y="12193"/>
              <a:ext cx="698500" cy="788414"/>
            </a:xfrm>
            <a:custGeom>
              <a:avLst/>
              <a:gdLst/>
              <a:ahLst/>
              <a:cxnLst/>
              <a:rect l="l" t="t" r="r" b="b"/>
              <a:pathLst>
                <a:path w="698500" h="788414">
                  <a:moveTo>
                    <a:pt x="388320" y="10539"/>
                  </a:moveTo>
                  <a:lnTo>
                    <a:pt x="659430" y="168275"/>
                  </a:lnTo>
                  <a:cubicBezTo>
                    <a:pt x="683619" y="182349"/>
                    <a:pt x="698500" y="208223"/>
                    <a:pt x="698500" y="236209"/>
                  </a:cubicBezTo>
                  <a:lnTo>
                    <a:pt x="698500" y="552205"/>
                  </a:lnTo>
                  <a:cubicBezTo>
                    <a:pt x="698500" y="580191"/>
                    <a:pt x="683619" y="606065"/>
                    <a:pt x="659430" y="620139"/>
                  </a:cubicBezTo>
                  <a:lnTo>
                    <a:pt x="388320" y="777875"/>
                  </a:lnTo>
                  <a:cubicBezTo>
                    <a:pt x="364169" y="791927"/>
                    <a:pt x="334331" y="791927"/>
                    <a:pt x="310180" y="777875"/>
                  </a:cubicBezTo>
                  <a:lnTo>
                    <a:pt x="39070" y="620139"/>
                  </a:lnTo>
                  <a:cubicBezTo>
                    <a:pt x="14881" y="606065"/>
                    <a:pt x="0" y="580191"/>
                    <a:pt x="0" y="552205"/>
                  </a:cubicBezTo>
                  <a:lnTo>
                    <a:pt x="0" y="236209"/>
                  </a:lnTo>
                  <a:cubicBezTo>
                    <a:pt x="0" y="208223"/>
                    <a:pt x="14881" y="182349"/>
                    <a:pt x="39070" y="168275"/>
                  </a:cubicBezTo>
                  <a:lnTo>
                    <a:pt x="310180" y="10539"/>
                  </a:lnTo>
                  <a:cubicBezTo>
                    <a:pt x="334331" y="-3513"/>
                    <a:pt x="364169" y="-3513"/>
                    <a:pt x="388320" y="10539"/>
                  </a:cubicBezTo>
                  <a:close/>
                </a:path>
              </a:pathLst>
            </a:custGeom>
            <a:solidFill>
              <a:srgbClr val="00B58F"/>
            </a:solidFill>
          </p:spPr>
          <p:txBody>
            <a:bodyPr/>
            <a:lstStyle/>
            <a:p>
              <a:endParaRPr lang="en-GB"/>
            </a:p>
          </p:txBody>
        </p:sp>
        <p:sp>
          <p:nvSpPr>
            <p:cNvPr id="17" name="TextBox 17"/>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0042425" y="2557067"/>
            <a:ext cx="2943763" cy="3425469"/>
            <a:chOff x="0" y="0"/>
            <a:chExt cx="698500" cy="812800"/>
          </a:xfrm>
        </p:grpSpPr>
        <p:sp>
          <p:nvSpPr>
            <p:cNvPr id="19" name="Freeform 19"/>
            <p:cNvSpPr/>
            <p:nvPr/>
          </p:nvSpPr>
          <p:spPr>
            <a:xfrm>
              <a:off x="0" y="12193"/>
              <a:ext cx="698500" cy="788414"/>
            </a:xfrm>
            <a:custGeom>
              <a:avLst/>
              <a:gdLst/>
              <a:ahLst/>
              <a:cxnLst/>
              <a:rect l="l" t="t" r="r" b="b"/>
              <a:pathLst>
                <a:path w="698500" h="788414">
                  <a:moveTo>
                    <a:pt x="388320" y="10539"/>
                  </a:moveTo>
                  <a:lnTo>
                    <a:pt x="659430" y="168275"/>
                  </a:lnTo>
                  <a:cubicBezTo>
                    <a:pt x="683619" y="182349"/>
                    <a:pt x="698500" y="208223"/>
                    <a:pt x="698500" y="236209"/>
                  </a:cubicBezTo>
                  <a:lnTo>
                    <a:pt x="698500" y="552205"/>
                  </a:lnTo>
                  <a:cubicBezTo>
                    <a:pt x="698500" y="580191"/>
                    <a:pt x="683619" y="606065"/>
                    <a:pt x="659430" y="620139"/>
                  </a:cubicBezTo>
                  <a:lnTo>
                    <a:pt x="388320" y="777875"/>
                  </a:lnTo>
                  <a:cubicBezTo>
                    <a:pt x="364169" y="791927"/>
                    <a:pt x="334331" y="791927"/>
                    <a:pt x="310180" y="777875"/>
                  </a:cubicBezTo>
                  <a:lnTo>
                    <a:pt x="39070" y="620139"/>
                  </a:lnTo>
                  <a:cubicBezTo>
                    <a:pt x="14881" y="606065"/>
                    <a:pt x="0" y="580191"/>
                    <a:pt x="0" y="552205"/>
                  </a:cubicBezTo>
                  <a:lnTo>
                    <a:pt x="0" y="236209"/>
                  </a:lnTo>
                  <a:cubicBezTo>
                    <a:pt x="0" y="208223"/>
                    <a:pt x="14881" y="182349"/>
                    <a:pt x="39070" y="168275"/>
                  </a:cubicBezTo>
                  <a:lnTo>
                    <a:pt x="310180" y="10539"/>
                  </a:lnTo>
                  <a:cubicBezTo>
                    <a:pt x="334331" y="-3513"/>
                    <a:pt x="364169" y="-3513"/>
                    <a:pt x="388320" y="10539"/>
                  </a:cubicBezTo>
                  <a:close/>
                </a:path>
              </a:pathLst>
            </a:custGeom>
            <a:solidFill>
              <a:srgbClr val="00B58F"/>
            </a:solidFill>
          </p:spPr>
          <p:txBody>
            <a:bodyPr/>
            <a:lstStyle/>
            <a:p>
              <a:endParaRPr lang="en-GB"/>
            </a:p>
          </p:txBody>
        </p:sp>
        <p:sp>
          <p:nvSpPr>
            <p:cNvPr id="20" name="TextBox 20"/>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5275103" y="5327448"/>
            <a:ext cx="2943763" cy="3425469"/>
            <a:chOff x="0" y="0"/>
            <a:chExt cx="698500" cy="812800"/>
          </a:xfrm>
        </p:grpSpPr>
        <p:sp>
          <p:nvSpPr>
            <p:cNvPr id="22" name="Freeform 22"/>
            <p:cNvSpPr/>
            <p:nvPr/>
          </p:nvSpPr>
          <p:spPr>
            <a:xfrm>
              <a:off x="0" y="12193"/>
              <a:ext cx="698500" cy="788414"/>
            </a:xfrm>
            <a:custGeom>
              <a:avLst/>
              <a:gdLst/>
              <a:ahLst/>
              <a:cxnLst/>
              <a:rect l="l" t="t" r="r" b="b"/>
              <a:pathLst>
                <a:path w="698500" h="788414">
                  <a:moveTo>
                    <a:pt x="388320" y="10539"/>
                  </a:moveTo>
                  <a:lnTo>
                    <a:pt x="659430" y="168275"/>
                  </a:lnTo>
                  <a:cubicBezTo>
                    <a:pt x="683619" y="182349"/>
                    <a:pt x="698500" y="208223"/>
                    <a:pt x="698500" y="236209"/>
                  </a:cubicBezTo>
                  <a:lnTo>
                    <a:pt x="698500" y="552205"/>
                  </a:lnTo>
                  <a:cubicBezTo>
                    <a:pt x="698500" y="580191"/>
                    <a:pt x="683619" y="606065"/>
                    <a:pt x="659430" y="620139"/>
                  </a:cubicBezTo>
                  <a:lnTo>
                    <a:pt x="388320" y="777875"/>
                  </a:lnTo>
                  <a:cubicBezTo>
                    <a:pt x="364169" y="791927"/>
                    <a:pt x="334331" y="791927"/>
                    <a:pt x="310180" y="777875"/>
                  </a:cubicBezTo>
                  <a:lnTo>
                    <a:pt x="39070" y="620139"/>
                  </a:lnTo>
                  <a:cubicBezTo>
                    <a:pt x="14881" y="606065"/>
                    <a:pt x="0" y="580191"/>
                    <a:pt x="0" y="552205"/>
                  </a:cubicBezTo>
                  <a:lnTo>
                    <a:pt x="0" y="236209"/>
                  </a:lnTo>
                  <a:cubicBezTo>
                    <a:pt x="0" y="208223"/>
                    <a:pt x="14881" y="182349"/>
                    <a:pt x="39070" y="168275"/>
                  </a:cubicBezTo>
                  <a:lnTo>
                    <a:pt x="310180" y="10539"/>
                  </a:lnTo>
                  <a:cubicBezTo>
                    <a:pt x="334331" y="-3513"/>
                    <a:pt x="364169" y="-3513"/>
                    <a:pt x="388320" y="10539"/>
                  </a:cubicBezTo>
                  <a:close/>
                </a:path>
              </a:pathLst>
            </a:custGeom>
            <a:solidFill>
              <a:srgbClr val="00B58F"/>
            </a:solidFill>
          </p:spPr>
          <p:txBody>
            <a:bodyPr/>
            <a:lstStyle/>
            <a:p>
              <a:endParaRPr lang="en-GB"/>
            </a:p>
          </p:txBody>
        </p:sp>
        <p:sp>
          <p:nvSpPr>
            <p:cNvPr id="23" name="TextBox 23"/>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8468988" y="5327448"/>
            <a:ext cx="2943763" cy="3425469"/>
            <a:chOff x="0" y="0"/>
            <a:chExt cx="698500" cy="812800"/>
          </a:xfrm>
        </p:grpSpPr>
        <p:sp>
          <p:nvSpPr>
            <p:cNvPr id="25" name="Freeform 25"/>
            <p:cNvSpPr/>
            <p:nvPr/>
          </p:nvSpPr>
          <p:spPr>
            <a:xfrm>
              <a:off x="0" y="12193"/>
              <a:ext cx="698500" cy="788414"/>
            </a:xfrm>
            <a:custGeom>
              <a:avLst/>
              <a:gdLst/>
              <a:ahLst/>
              <a:cxnLst/>
              <a:rect l="l" t="t" r="r" b="b"/>
              <a:pathLst>
                <a:path w="698500" h="788414">
                  <a:moveTo>
                    <a:pt x="388320" y="10539"/>
                  </a:moveTo>
                  <a:lnTo>
                    <a:pt x="659430" y="168275"/>
                  </a:lnTo>
                  <a:cubicBezTo>
                    <a:pt x="683619" y="182349"/>
                    <a:pt x="698500" y="208223"/>
                    <a:pt x="698500" y="236209"/>
                  </a:cubicBezTo>
                  <a:lnTo>
                    <a:pt x="698500" y="552205"/>
                  </a:lnTo>
                  <a:cubicBezTo>
                    <a:pt x="698500" y="580191"/>
                    <a:pt x="683619" y="606065"/>
                    <a:pt x="659430" y="620139"/>
                  </a:cubicBezTo>
                  <a:lnTo>
                    <a:pt x="388320" y="777875"/>
                  </a:lnTo>
                  <a:cubicBezTo>
                    <a:pt x="364169" y="791927"/>
                    <a:pt x="334331" y="791927"/>
                    <a:pt x="310180" y="777875"/>
                  </a:cubicBezTo>
                  <a:lnTo>
                    <a:pt x="39070" y="620139"/>
                  </a:lnTo>
                  <a:cubicBezTo>
                    <a:pt x="14881" y="606065"/>
                    <a:pt x="0" y="580191"/>
                    <a:pt x="0" y="552205"/>
                  </a:cubicBezTo>
                  <a:lnTo>
                    <a:pt x="0" y="236209"/>
                  </a:lnTo>
                  <a:cubicBezTo>
                    <a:pt x="0" y="208223"/>
                    <a:pt x="14881" y="182349"/>
                    <a:pt x="39070" y="168275"/>
                  </a:cubicBezTo>
                  <a:lnTo>
                    <a:pt x="310180" y="10539"/>
                  </a:lnTo>
                  <a:cubicBezTo>
                    <a:pt x="334331" y="-3513"/>
                    <a:pt x="364169" y="-3513"/>
                    <a:pt x="388320" y="10539"/>
                  </a:cubicBezTo>
                  <a:close/>
                </a:path>
              </a:pathLst>
            </a:custGeom>
            <a:solidFill>
              <a:srgbClr val="00B58F"/>
            </a:solidFill>
          </p:spPr>
          <p:txBody>
            <a:bodyPr/>
            <a:lstStyle/>
            <a:p>
              <a:endParaRPr lang="en-GB"/>
            </a:p>
          </p:txBody>
        </p:sp>
        <p:sp>
          <p:nvSpPr>
            <p:cNvPr id="26" name="TextBox 26"/>
            <p:cNvSpPr txBox="1"/>
            <p:nvPr/>
          </p:nvSpPr>
          <p:spPr>
            <a:xfrm>
              <a:off x="0" y="101600"/>
              <a:ext cx="698500" cy="571500"/>
            </a:xfrm>
            <a:prstGeom prst="rect">
              <a:avLst/>
            </a:prstGeom>
          </p:spPr>
          <p:txBody>
            <a:bodyPr lIns="50800" tIns="50800" rIns="50800" bIns="50800" rtlCol="0" anchor="ctr"/>
            <a:lstStyle/>
            <a:p>
              <a:pPr algn="ctr">
                <a:lnSpc>
                  <a:spcPts val="2659"/>
                </a:lnSpc>
              </a:pPr>
              <a:endParaRPr/>
            </a:p>
          </p:txBody>
        </p:sp>
      </p:grpSp>
      <p:sp>
        <p:nvSpPr>
          <p:cNvPr id="27" name="Freeform 27"/>
          <p:cNvSpPr/>
          <p:nvPr/>
        </p:nvSpPr>
        <p:spPr>
          <a:xfrm>
            <a:off x="7659498" y="3604423"/>
            <a:ext cx="1368857" cy="1368857"/>
          </a:xfrm>
          <a:custGeom>
            <a:avLst/>
            <a:gdLst/>
            <a:ahLst/>
            <a:cxnLst/>
            <a:rect l="l" t="t" r="r" b="b"/>
            <a:pathLst>
              <a:path w="1368857" h="1368857">
                <a:moveTo>
                  <a:pt x="0" y="0"/>
                </a:moveTo>
                <a:lnTo>
                  <a:pt x="1368858" y="0"/>
                </a:lnTo>
                <a:lnTo>
                  <a:pt x="1368858" y="1368857"/>
                </a:lnTo>
                <a:lnTo>
                  <a:pt x="0" y="136885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
        <p:nvSpPr>
          <p:cNvPr id="28" name="Freeform 28"/>
          <p:cNvSpPr/>
          <p:nvPr/>
        </p:nvSpPr>
        <p:spPr>
          <a:xfrm>
            <a:off x="10796196" y="3585373"/>
            <a:ext cx="1417170" cy="1368857"/>
          </a:xfrm>
          <a:custGeom>
            <a:avLst/>
            <a:gdLst/>
            <a:ahLst/>
            <a:cxnLst/>
            <a:rect l="l" t="t" r="r" b="b"/>
            <a:pathLst>
              <a:path w="1417170" h="1368857">
                <a:moveTo>
                  <a:pt x="0" y="0"/>
                </a:moveTo>
                <a:lnTo>
                  <a:pt x="1417170" y="0"/>
                </a:lnTo>
                <a:lnTo>
                  <a:pt x="1417170" y="1368857"/>
                </a:lnTo>
                <a:lnTo>
                  <a:pt x="0" y="13688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a:p>
        </p:txBody>
      </p:sp>
      <p:sp>
        <p:nvSpPr>
          <p:cNvPr id="29" name="Freeform 29"/>
          <p:cNvSpPr/>
          <p:nvPr/>
        </p:nvSpPr>
        <p:spPr>
          <a:xfrm>
            <a:off x="5853521" y="6445623"/>
            <a:ext cx="1786927" cy="1189119"/>
          </a:xfrm>
          <a:custGeom>
            <a:avLst/>
            <a:gdLst/>
            <a:ahLst/>
            <a:cxnLst/>
            <a:rect l="l" t="t" r="r" b="b"/>
            <a:pathLst>
              <a:path w="1786927" h="1189119">
                <a:moveTo>
                  <a:pt x="0" y="0"/>
                </a:moveTo>
                <a:lnTo>
                  <a:pt x="1786927" y="0"/>
                </a:lnTo>
                <a:lnTo>
                  <a:pt x="1786927" y="1189119"/>
                </a:lnTo>
                <a:lnTo>
                  <a:pt x="0" y="118911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30" name="Freeform 30"/>
          <p:cNvSpPr/>
          <p:nvPr/>
        </p:nvSpPr>
        <p:spPr>
          <a:xfrm>
            <a:off x="9207076" y="6355754"/>
            <a:ext cx="1467586" cy="1368857"/>
          </a:xfrm>
          <a:custGeom>
            <a:avLst/>
            <a:gdLst/>
            <a:ahLst/>
            <a:cxnLst/>
            <a:rect l="l" t="t" r="r" b="b"/>
            <a:pathLst>
              <a:path w="1467586" h="1368857">
                <a:moveTo>
                  <a:pt x="0" y="0"/>
                </a:moveTo>
                <a:lnTo>
                  <a:pt x="1467586" y="0"/>
                </a:lnTo>
                <a:lnTo>
                  <a:pt x="1467586" y="1368858"/>
                </a:lnTo>
                <a:lnTo>
                  <a:pt x="0" y="136885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GB"/>
          </a:p>
        </p:txBody>
      </p:sp>
      <p:sp>
        <p:nvSpPr>
          <p:cNvPr id="31" name="TextBox 31"/>
          <p:cNvSpPr txBox="1"/>
          <p:nvPr/>
        </p:nvSpPr>
        <p:spPr>
          <a:xfrm>
            <a:off x="4473164" y="1442053"/>
            <a:ext cx="9341671" cy="848314"/>
          </a:xfrm>
          <a:prstGeom prst="rect">
            <a:avLst/>
          </a:prstGeom>
        </p:spPr>
        <p:txBody>
          <a:bodyPr lIns="0" tIns="0" rIns="0" bIns="0" rtlCol="0" anchor="t">
            <a:spAutoFit/>
          </a:bodyPr>
          <a:lstStyle/>
          <a:p>
            <a:pPr algn="ctr">
              <a:lnSpc>
                <a:spcPts val="6399"/>
              </a:lnSpc>
            </a:pPr>
            <a:r>
              <a:rPr lang="en-US" sz="6399">
                <a:solidFill>
                  <a:srgbClr val="0B132B"/>
                </a:solidFill>
                <a:latin typeface="Rubik One"/>
                <a:ea typeface="Rubik One"/>
                <a:cs typeface="Rubik One"/>
                <a:sym typeface="Rubik One"/>
              </a:rPr>
              <a:t>HOW EV WORKS</a:t>
            </a:r>
          </a:p>
        </p:txBody>
      </p:sp>
      <p:sp>
        <p:nvSpPr>
          <p:cNvPr id="32" name="TextBox 32"/>
          <p:cNvSpPr txBox="1"/>
          <p:nvPr/>
        </p:nvSpPr>
        <p:spPr>
          <a:xfrm>
            <a:off x="1353022" y="754961"/>
            <a:ext cx="2381625" cy="273739"/>
          </a:xfrm>
          <a:prstGeom prst="rect">
            <a:avLst/>
          </a:prstGeom>
        </p:spPr>
        <p:txBody>
          <a:bodyPr lIns="0" tIns="0" rIns="0" bIns="0" rtlCol="0" anchor="t">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Larana Electric Car</a:t>
            </a:r>
          </a:p>
        </p:txBody>
      </p:sp>
      <p:sp>
        <p:nvSpPr>
          <p:cNvPr id="33" name="TextBox 33"/>
          <p:cNvSpPr txBox="1"/>
          <p:nvPr/>
        </p:nvSpPr>
        <p:spPr>
          <a:xfrm>
            <a:off x="13586573" y="3513707"/>
            <a:ext cx="4192549" cy="448310"/>
          </a:xfrm>
          <a:prstGeom prst="rect">
            <a:avLst/>
          </a:prstGeom>
        </p:spPr>
        <p:txBody>
          <a:bodyPr lIns="0" tIns="0" rIns="0" bIns="0" rtlCol="0" anchor="t">
            <a:spAutoFit/>
          </a:bodyPr>
          <a:lstStyle/>
          <a:p>
            <a:pPr algn="l">
              <a:lnSpc>
                <a:spcPts val="3399"/>
              </a:lnSpc>
            </a:pPr>
            <a:r>
              <a:rPr lang="en-US" sz="3399">
                <a:solidFill>
                  <a:srgbClr val="0B132B"/>
                </a:solidFill>
                <a:latin typeface="Rubik One"/>
                <a:ea typeface="Rubik One"/>
                <a:cs typeface="Rubik One"/>
                <a:sym typeface="Rubik One"/>
              </a:rPr>
              <a:t>Drive Part</a:t>
            </a:r>
          </a:p>
        </p:txBody>
      </p:sp>
      <p:sp>
        <p:nvSpPr>
          <p:cNvPr id="34" name="TextBox 34"/>
          <p:cNvSpPr txBox="1"/>
          <p:nvPr/>
        </p:nvSpPr>
        <p:spPr>
          <a:xfrm>
            <a:off x="2059102" y="3532757"/>
            <a:ext cx="4192549" cy="448310"/>
          </a:xfrm>
          <a:prstGeom prst="rect">
            <a:avLst/>
          </a:prstGeom>
        </p:spPr>
        <p:txBody>
          <a:bodyPr lIns="0" tIns="0" rIns="0" bIns="0" rtlCol="0" anchor="t">
            <a:spAutoFit/>
          </a:bodyPr>
          <a:lstStyle/>
          <a:p>
            <a:pPr algn="r">
              <a:lnSpc>
                <a:spcPts val="3399"/>
              </a:lnSpc>
            </a:pPr>
            <a:r>
              <a:rPr lang="en-US" sz="3399">
                <a:solidFill>
                  <a:srgbClr val="0B132B"/>
                </a:solidFill>
                <a:latin typeface="Rubik One"/>
                <a:ea typeface="Rubik One"/>
                <a:cs typeface="Rubik One"/>
                <a:sym typeface="Rubik One"/>
              </a:rPr>
              <a:t>Control Unit</a:t>
            </a:r>
          </a:p>
        </p:txBody>
      </p:sp>
      <p:sp>
        <p:nvSpPr>
          <p:cNvPr id="35" name="TextBox 35"/>
          <p:cNvSpPr txBox="1"/>
          <p:nvPr/>
        </p:nvSpPr>
        <p:spPr>
          <a:xfrm>
            <a:off x="12014328" y="6284088"/>
            <a:ext cx="4192549" cy="448310"/>
          </a:xfrm>
          <a:prstGeom prst="rect">
            <a:avLst/>
          </a:prstGeom>
        </p:spPr>
        <p:txBody>
          <a:bodyPr lIns="0" tIns="0" rIns="0" bIns="0" rtlCol="0" anchor="t">
            <a:spAutoFit/>
          </a:bodyPr>
          <a:lstStyle/>
          <a:p>
            <a:pPr algn="l">
              <a:lnSpc>
                <a:spcPts val="3399"/>
              </a:lnSpc>
            </a:pPr>
            <a:r>
              <a:rPr lang="en-US" sz="3399">
                <a:solidFill>
                  <a:srgbClr val="0B132B"/>
                </a:solidFill>
                <a:latin typeface="Rubik One"/>
                <a:ea typeface="Rubik One"/>
                <a:cs typeface="Rubik One"/>
                <a:sym typeface="Rubik One"/>
              </a:rPr>
              <a:t>Sustainability</a:t>
            </a:r>
          </a:p>
        </p:txBody>
      </p:sp>
      <p:sp>
        <p:nvSpPr>
          <p:cNvPr id="36" name="TextBox 36"/>
          <p:cNvSpPr txBox="1"/>
          <p:nvPr/>
        </p:nvSpPr>
        <p:spPr>
          <a:xfrm>
            <a:off x="467808" y="6284088"/>
            <a:ext cx="4192549" cy="448310"/>
          </a:xfrm>
          <a:prstGeom prst="rect">
            <a:avLst/>
          </a:prstGeom>
        </p:spPr>
        <p:txBody>
          <a:bodyPr lIns="0" tIns="0" rIns="0" bIns="0" rtlCol="0" anchor="t">
            <a:spAutoFit/>
          </a:bodyPr>
          <a:lstStyle/>
          <a:p>
            <a:pPr algn="r">
              <a:lnSpc>
                <a:spcPts val="3399"/>
              </a:lnSpc>
            </a:pPr>
            <a:r>
              <a:rPr lang="en-US" sz="3399">
                <a:solidFill>
                  <a:srgbClr val="0B132B"/>
                </a:solidFill>
                <a:latin typeface="Rubik One"/>
                <a:ea typeface="Rubik One"/>
                <a:cs typeface="Rubik One"/>
                <a:sym typeface="Rubik One"/>
              </a:rPr>
              <a:t>Behavior</a:t>
            </a:r>
          </a:p>
        </p:txBody>
      </p:sp>
      <p:sp>
        <p:nvSpPr>
          <p:cNvPr id="37" name="TextBox 37"/>
          <p:cNvSpPr txBox="1"/>
          <p:nvPr/>
        </p:nvSpPr>
        <p:spPr>
          <a:xfrm>
            <a:off x="13586573" y="3989997"/>
            <a:ext cx="4192549" cy="1102574"/>
          </a:xfrm>
          <a:prstGeom prst="rect">
            <a:avLst/>
          </a:prstGeom>
        </p:spPr>
        <p:txBody>
          <a:bodyPr lIns="0" tIns="0" rIns="0" bIns="0" rtlCol="0" anchor="t">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turpis</a:t>
            </a:r>
          </a:p>
        </p:txBody>
      </p:sp>
      <p:sp>
        <p:nvSpPr>
          <p:cNvPr id="38" name="TextBox 38"/>
          <p:cNvSpPr txBox="1"/>
          <p:nvPr/>
        </p:nvSpPr>
        <p:spPr>
          <a:xfrm>
            <a:off x="2059102" y="4009047"/>
            <a:ext cx="4192549" cy="1102574"/>
          </a:xfrm>
          <a:prstGeom prst="rect">
            <a:avLst/>
          </a:prstGeom>
        </p:spPr>
        <p:txBody>
          <a:bodyPr lIns="0" tIns="0" rIns="0" bIns="0" rtlCol="0" anchor="t">
            <a:spAutoFit/>
          </a:bodyPr>
          <a:lstStyle/>
          <a:p>
            <a:pPr algn="r">
              <a:lnSpc>
                <a:spcPts val="2239"/>
              </a:lnSpc>
            </a:pPr>
            <a:r>
              <a:rPr lang="en-US" sz="1599" spc="39">
                <a:solidFill>
                  <a:srgbClr val="0B132B"/>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turpis</a:t>
            </a:r>
          </a:p>
        </p:txBody>
      </p:sp>
      <p:sp>
        <p:nvSpPr>
          <p:cNvPr id="39" name="TextBox 39"/>
          <p:cNvSpPr txBox="1"/>
          <p:nvPr/>
        </p:nvSpPr>
        <p:spPr>
          <a:xfrm>
            <a:off x="12014328" y="6760378"/>
            <a:ext cx="4192549" cy="1102574"/>
          </a:xfrm>
          <a:prstGeom prst="rect">
            <a:avLst/>
          </a:prstGeom>
        </p:spPr>
        <p:txBody>
          <a:bodyPr lIns="0" tIns="0" rIns="0" bIns="0" rtlCol="0" anchor="t">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turpis</a:t>
            </a:r>
          </a:p>
        </p:txBody>
      </p:sp>
      <p:sp>
        <p:nvSpPr>
          <p:cNvPr id="40" name="TextBox 40"/>
          <p:cNvSpPr txBox="1"/>
          <p:nvPr/>
        </p:nvSpPr>
        <p:spPr>
          <a:xfrm>
            <a:off x="467808" y="6760378"/>
            <a:ext cx="4192549" cy="1102574"/>
          </a:xfrm>
          <a:prstGeom prst="rect">
            <a:avLst/>
          </a:prstGeom>
        </p:spPr>
        <p:txBody>
          <a:bodyPr lIns="0" tIns="0" rIns="0" bIns="0" rtlCol="0" anchor="t">
            <a:spAutoFit/>
          </a:bodyPr>
          <a:lstStyle/>
          <a:p>
            <a:pPr algn="r">
              <a:lnSpc>
                <a:spcPts val="2239"/>
              </a:lnSpc>
            </a:pPr>
            <a:r>
              <a:rPr lang="en-US" sz="1599" spc="39">
                <a:solidFill>
                  <a:srgbClr val="0B132B"/>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turpis</a:t>
            </a:r>
          </a:p>
        </p:txBody>
      </p:sp>
      <p:sp>
        <p:nvSpPr>
          <p:cNvPr id="41" name="TextBox 41"/>
          <p:cNvSpPr txBox="1"/>
          <p:nvPr/>
        </p:nvSpPr>
        <p:spPr>
          <a:xfrm>
            <a:off x="14877675" y="9322533"/>
            <a:ext cx="2381625" cy="240628"/>
          </a:xfrm>
          <a:prstGeom prst="rect">
            <a:avLst/>
          </a:prstGeom>
        </p:spPr>
        <p:txBody>
          <a:bodyPr lIns="0" tIns="0" rIns="0" bIns="0" rtlCol="0" anchor="t">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- 03</a:t>
            </a:r>
          </a:p>
        </p:txBody>
      </p:sp>
      <p:grpSp>
        <p:nvGrpSpPr>
          <p:cNvPr id="42" name="Group 42"/>
          <p:cNvGrpSpPr/>
          <p:nvPr/>
        </p:nvGrpSpPr>
        <p:grpSpPr>
          <a:xfrm>
            <a:off x="11502671" y="9960324"/>
            <a:ext cx="9960587" cy="1142074"/>
            <a:chOff x="0" y="0"/>
            <a:chExt cx="2572779" cy="294993"/>
          </a:xfrm>
        </p:grpSpPr>
        <p:sp>
          <p:nvSpPr>
            <p:cNvPr id="43" name="Freeform 43"/>
            <p:cNvSpPr/>
            <p:nvPr/>
          </p:nvSpPr>
          <p:spPr>
            <a:xfrm>
              <a:off x="0" y="0"/>
              <a:ext cx="2572779" cy="294993"/>
            </a:xfrm>
            <a:custGeom>
              <a:avLst/>
              <a:gdLst/>
              <a:ahLst/>
              <a:cxnLst/>
              <a:rect l="l" t="t" r="r" b="b"/>
              <a:pathLst>
                <a:path w="2572779" h="294993">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txBody>
            <a:bodyPr/>
            <a:lstStyle/>
            <a:p>
              <a:endParaRPr lang="en-GB"/>
            </a:p>
          </p:txBody>
        </p:sp>
        <p:sp>
          <p:nvSpPr>
            <p:cNvPr id="44" name="TextBox 44"/>
            <p:cNvSpPr txBox="1"/>
            <p:nvPr/>
          </p:nvSpPr>
          <p:spPr>
            <a:xfrm>
              <a:off x="0" y="-38100"/>
              <a:ext cx="2572779" cy="333093"/>
            </a:xfrm>
            <a:prstGeom prst="rect">
              <a:avLst/>
            </a:prstGeom>
          </p:spPr>
          <p:txBody>
            <a:bodyPr lIns="50800" tIns="50800" rIns="50800" bIns="50800" rtlCol="0" anchor="ctr"/>
            <a:lstStyle/>
            <a:p>
              <a:pPr algn="ctr">
                <a:lnSpc>
                  <a:spcPts val="2659"/>
                </a:lnSpc>
                <a:spcBef>
                  <a:spcPct val="0"/>
                </a:spcBef>
              </a:pPr>
              <a:endParaRPr/>
            </a:p>
          </p:txBody>
        </p:sp>
      </p:grpSp>
      <p:grpSp>
        <p:nvGrpSpPr>
          <p:cNvPr id="45" name="Group 45"/>
          <p:cNvGrpSpPr/>
          <p:nvPr/>
        </p:nvGrpSpPr>
        <p:grpSpPr>
          <a:xfrm>
            <a:off x="-5959063" y="-784283"/>
            <a:ext cx="9000306" cy="1142074"/>
            <a:chOff x="0" y="0"/>
            <a:chExt cx="2324742" cy="294993"/>
          </a:xfrm>
        </p:grpSpPr>
        <p:sp>
          <p:nvSpPr>
            <p:cNvPr id="46" name="Freeform 46"/>
            <p:cNvSpPr/>
            <p:nvPr/>
          </p:nvSpPr>
          <p:spPr>
            <a:xfrm>
              <a:off x="0" y="0"/>
              <a:ext cx="2324742" cy="294993"/>
            </a:xfrm>
            <a:custGeom>
              <a:avLst/>
              <a:gdLst/>
              <a:ahLst/>
              <a:cxnLst/>
              <a:rect l="l" t="t" r="r" b="b"/>
              <a:pathLst>
                <a:path w="2324742" h="294993">
                  <a:moveTo>
                    <a:pt x="51611" y="0"/>
                  </a:moveTo>
                  <a:lnTo>
                    <a:pt x="2273131" y="0"/>
                  </a:lnTo>
                  <a:cubicBezTo>
                    <a:pt x="2286820" y="0"/>
                    <a:pt x="2299947" y="5438"/>
                    <a:pt x="2309626" y="15117"/>
                  </a:cubicBezTo>
                  <a:cubicBezTo>
                    <a:pt x="2319305" y="24795"/>
                    <a:pt x="2324742" y="37923"/>
                    <a:pt x="2324742" y="51611"/>
                  </a:cubicBezTo>
                  <a:lnTo>
                    <a:pt x="2324742" y="243382"/>
                  </a:lnTo>
                  <a:cubicBezTo>
                    <a:pt x="2324742" y="257070"/>
                    <a:pt x="2319305" y="270198"/>
                    <a:pt x="2309626" y="279876"/>
                  </a:cubicBezTo>
                  <a:cubicBezTo>
                    <a:pt x="2299947" y="289555"/>
                    <a:pt x="2286820" y="294993"/>
                    <a:pt x="2273131" y="294993"/>
                  </a:cubicBezTo>
                  <a:lnTo>
                    <a:pt x="51611" y="294993"/>
                  </a:lnTo>
                  <a:cubicBezTo>
                    <a:pt x="37923" y="294993"/>
                    <a:pt x="24795" y="289555"/>
                    <a:pt x="15117" y="279876"/>
                  </a:cubicBezTo>
                  <a:cubicBezTo>
                    <a:pt x="5438" y="270198"/>
                    <a:pt x="0" y="257070"/>
                    <a:pt x="0" y="243382"/>
                  </a:cubicBezTo>
                  <a:lnTo>
                    <a:pt x="0" y="51611"/>
                  </a:lnTo>
                  <a:cubicBezTo>
                    <a:pt x="0" y="37923"/>
                    <a:pt x="5438" y="24795"/>
                    <a:pt x="15117" y="15117"/>
                  </a:cubicBezTo>
                  <a:cubicBezTo>
                    <a:pt x="24795" y="5438"/>
                    <a:pt x="37923" y="0"/>
                    <a:pt x="51611" y="0"/>
                  </a:cubicBezTo>
                  <a:close/>
                </a:path>
              </a:pathLst>
            </a:custGeom>
            <a:ln w="19050" cap="rnd">
              <a:solidFill>
                <a:srgbClr val="00B58F"/>
              </a:solidFill>
              <a:prstDash val="solid"/>
              <a:round/>
            </a:ln>
          </p:spPr>
          <p:txBody>
            <a:bodyPr/>
            <a:lstStyle/>
            <a:p>
              <a:endParaRPr lang="en-GB"/>
            </a:p>
          </p:txBody>
        </p:sp>
        <p:sp>
          <p:nvSpPr>
            <p:cNvPr id="47" name="TextBox 47"/>
            <p:cNvSpPr txBox="1"/>
            <p:nvPr/>
          </p:nvSpPr>
          <p:spPr>
            <a:xfrm>
              <a:off x="0" y="-38100"/>
              <a:ext cx="2324742" cy="333093"/>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DF6F9"/>
        </a:solidFill>
        <a:effectLst/>
      </p:bgPr>
    </p:bg>
    <p:spTree>
      <p:nvGrpSpPr>
        <p:cNvPr id="1" name=""/>
        <p:cNvGrpSpPr/>
        <p:nvPr/>
      </p:nvGrpSpPr>
      <p:grpSpPr>
        <a:xfrm>
          <a:off x="0" y="0"/>
          <a:ext cx="0" cy="0"/>
          <a:chOff x="0" y="0"/>
          <a:chExt cx="0" cy="0"/>
        </a:xfrm>
      </p:grpSpPr>
      <p:sp>
        <p:nvSpPr>
          <p:cNvPr id="2" name="Freeform 2"/>
          <p:cNvSpPr/>
          <p:nvPr/>
        </p:nvSpPr>
        <p:spPr>
          <a:xfrm>
            <a:off x="1028700" y="808637"/>
            <a:ext cx="229386" cy="182674"/>
          </a:xfrm>
          <a:custGeom>
            <a:avLst/>
            <a:gdLst/>
            <a:ahLst/>
            <a:cxnLst/>
            <a:rect l="l" t="t" r="r" b="b"/>
            <a:pathLst>
              <a:path w="229386" h="182674">
                <a:moveTo>
                  <a:pt x="0" y="0"/>
                </a:moveTo>
                <a:lnTo>
                  <a:pt x="229386" y="0"/>
                </a:lnTo>
                <a:lnTo>
                  <a:pt x="229386" y="182675"/>
                </a:lnTo>
                <a:lnTo>
                  <a:pt x="0" y="18267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GB"/>
          </a:p>
        </p:txBody>
      </p:sp>
      <p:sp>
        <p:nvSpPr>
          <p:cNvPr id="3" name="TextBox 3"/>
          <p:cNvSpPr txBox="1"/>
          <p:nvPr/>
        </p:nvSpPr>
        <p:spPr>
          <a:xfrm>
            <a:off x="953562" y="1442053"/>
            <a:ext cx="9341671" cy="1657894"/>
          </a:xfrm>
          <a:prstGeom prst="rect">
            <a:avLst/>
          </a:prstGeom>
        </p:spPr>
        <p:txBody>
          <a:bodyPr lIns="0" tIns="0" rIns="0" bIns="0" rtlCol="0" anchor="t">
            <a:spAutoFit/>
          </a:bodyPr>
          <a:lstStyle/>
          <a:p>
            <a:pPr algn="l">
              <a:lnSpc>
                <a:spcPts val="6399"/>
              </a:lnSpc>
            </a:pPr>
            <a:r>
              <a:rPr lang="en-US" sz="6399">
                <a:solidFill>
                  <a:srgbClr val="0B132B"/>
                </a:solidFill>
                <a:latin typeface="Rubik One"/>
                <a:ea typeface="Rubik One"/>
                <a:cs typeface="Rubik One"/>
                <a:sym typeface="Rubik One"/>
              </a:rPr>
              <a:t>CHALLENGES &amp; LIMITATIONS</a:t>
            </a:r>
          </a:p>
        </p:txBody>
      </p:sp>
      <p:pic>
        <p:nvPicPr>
          <p:cNvPr id="4" name="Picture 4"/>
          <p:cNvPicPr>
            <a:picLocks noChangeAspect="1"/>
          </p:cNvPicPr>
          <p:nvPr/>
        </p:nvPicPr>
        <p:blipFill>
          <a:blip r:embed="rId3"/>
          <a:stretch>
            <a:fillRect/>
          </a:stretch>
        </p:blipFill>
        <p:spPr>
          <a:xfrm>
            <a:off x="8328918" y="506375"/>
            <a:ext cx="9742235" cy="9256536"/>
          </a:xfrm>
          <a:prstGeom prst="rect">
            <a:avLst/>
          </a:prstGeom>
        </p:spPr>
      </p:pic>
      <p:grpSp>
        <p:nvGrpSpPr>
          <p:cNvPr id="5" name="Group 5"/>
          <p:cNvGrpSpPr/>
          <p:nvPr/>
        </p:nvGrpSpPr>
        <p:grpSpPr>
          <a:xfrm>
            <a:off x="1143393" y="3594961"/>
            <a:ext cx="1815721" cy="1369315"/>
            <a:chOff x="0" y="0"/>
            <a:chExt cx="528322" cy="398431"/>
          </a:xfrm>
        </p:grpSpPr>
        <p:sp>
          <p:nvSpPr>
            <p:cNvPr id="6" name="Freeform 6"/>
            <p:cNvSpPr/>
            <p:nvPr/>
          </p:nvSpPr>
          <p:spPr>
            <a:xfrm>
              <a:off x="24781" y="0"/>
              <a:ext cx="478760" cy="398431"/>
            </a:xfrm>
            <a:custGeom>
              <a:avLst/>
              <a:gdLst/>
              <a:ahLst/>
              <a:cxnLst/>
              <a:rect l="l" t="t" r="r" b="b"/>
              <a:pathLst>
                <a:path w="478760" h="398431">
                  <a:moveTo>
                    <a:pt x="242376" y="0"/>
                  </a:moveTo>
                  <a:lnTo>
                    <a:pt x="439584" y="0"/>
                  </a:lnTo>
                  <a:cubicBezTo>
                    <a:pt x="453217" y="0"/>
                    <a:pt x="465870" y="7088"/>
                    <a:pt x="472991" y="18713"/>
                  </a:cubicBezTo>
                  <a:cubicBezTo>
                    <a:pt x="480112" y="30339"/>
                    <a:pt x="480677" y="44831"/>
                    <a:pt x="474483" y="56976"/>
                  </a:cubicBezTo>
                  <a:lnTo>
                    <a:pt x="329399" y="341455"/>
                  </a:lnTo>
                  <a:cubicBezTo>
                    <a:pt x="311567" y="376420"/>
                    <a:pt x="275633" y="398431"/>
                    <a:pt x="236384" y="398431"/>
                  </a:cubicBezTo>
                  <a:lnTo>
                    <a:pt x="39176" y="398431"/>
                  </a:lnTo>
                  <a:cubicBezTo>
                    <a:pt x="25543" y="398431"/>
                    <a:pt x="12890" y="391343"/>
                    <a:pt x="5769" y="379718"/>
                  </a:cubicBezTo>
                  <a:cubicBezTo>
                    <a:pt x="-1352" y="368092"/>
                    <a:pt x="-1917" y="353600"/>
                    <a:pt x="4277" y="341455"/>
                  </a:cubicBezTo>
                  <a:lnTo>
                    <a:pt x="149361" y="56976"/>
                  </a:lnTo>
                  <a:cubicBezTo>
                    <a:pt x="167193" y="22011"/>
                    <a:pt x="203127" y="0"/>
                    <a:pt x="242376" y="0"/>
                  </a:cubicBezTo>
                  <a:close/>
                </a:path>
              </a:pathLst>
            </a:custGeom>
            <a:solidFill>
              <a:srgbClr val="00B58F"/>
            </a:solidFill>
          </p:spPr>
          <p:txBody>
            <a:bodyPr/>
            <a:lstStyle/>
            <a:p>
              <a:endParaRPr lang="en-GB"/>
            </a:p>
          </p:txBody>
        </p:sp>
        <p:sp>
          <p:nvSpPr>
            <p:cNvPr id="7" name="TextBox 7"/>
            <p:cNvSpPr txBox="1"/>
            <p:nvPr/>
          </p:nvSpPr>
          <p:spPr>
            <a:xfrm>
              <a:off x="101600" y="-38100"/>
              <a:ext cx="325122" cy="436531"/>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258086" y="3741209"/>
            <a:ext cx="1092008" cy="869635"/>
          </a:xfrm>
          <a:custGeom>
            <a:avLst/>
            <a:gdLst/>
            <a:ahLst/>
            <a:cxnLst/>
            <a:rect l="l" t="t" r="r" b="b"/>
            <a:pathLst>
              <a:path w="1092008" h="869635">
                <a:moveTo>
                  <a:pt x="0" y="0"/>
                </a:moveTo>
                <a:lnTo>
                  <a:pt x="1092008" y="0"/>
                </a:lnTo>
                <a:lnTo>
                  <a:pt x="1092008" y="869635"/>
                </a:lnTo>
                <a:lnTo>
                  <a:pt x="0" y="86963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GB"/>
          </a:p>
        </p:txBody>
      </p:sp>
      <p:grpSp>
        <p:nvGrpSpPr>
          <p:cNvPr id="9" name="Group 9"/>
          <p:cNvGrpSpPr/>
          <p:nvPr/>
        </p:nvGrpSpPr>
        <p:grpSpPr>
          <a:xfrm>
            <a:off x="1143393" y="5564297"/>
            <a:ext cx="1815721" cy="1369315"/>
            <a:chOff x="0" y="0"/>
            <a:chExt cx="528322" cy="398431"/>
          </a:xfrm>
        </p:grpSpPr>
        <p:sp>
          <p:nvSpPr>
            <p:cNvPr id="10" name="Freeform 10"/>
            <p:cNvSpPr/>
            <p:nvPr/>
          </p:nvSpPr>
          <p:spPr>
            <a:xfrm>
              <a:off x="24781" y="0"/>
              <a:ext cx="478760" cy="398431"/>
            </a:xfrm>
            <a:custGeom>
              <a:avLst/>
              <a:gdLst/>
              <a:ahLst/>
              <a:cxnLst/>
              <a:rect l="l" t="t" r="r" b="b"/>
              <a:pathLst>
                <a:path w="478760" h="398431">
                  <a:moveTo>
                    <a:pt x="242376" y="0"/>
                  </a:moveTo>
                  <a:lnTo>
                    <a:pt x="439584" y="0"/>
                  </a:lnTo>
                  <a:cubicBezTo>
                    <a:pt x="453217" y="0"/>
                    <a:pt x="465870" y="7088"/>
                    <a:pt x="472991" y="18713"/>
                  </a:cubicBezTo>
                  <a:cubicBezTo>
                    <a:pt x="480112" y="30339"/>
                    <a:pt x="480677" y="44831"/>
                    <a:pt x="474483" y="56976"/>
                  </a:cubicBezTo>
                  <a:lnTo>
                    <a:pt x="329399" y="341455"/>
                  </a:lnTo>
                  <a:cubicBezTo>
                    <a:pt x="311567" y="376420"/>
                    <a:pt x="275633" y="398431"/>
                    <a:pt x="236384" y="398431"/>
                  </a:cubicBezTo>
                  <a:lnTo>
                    <a:pt x="39176" y="398431"/>
                  </a:lnTo>
                  <a:cubicBezTo>
                    <a:pt x="25543" y="398431"/>
                    <a:pt x="12890" y="391343"/>
                    <a:pt x="5769" y="379718"/>
                  </a:cubicBezTo>
                  <a:cubicBezTo>
                    <a:pt x="-1352" y="368092"/>
                    <a:pt x="-1917" y="353600"/>
                    <a:pt x="4277" y="341455"/>
                  </a:cubicBezTo>
                  <a:lnTo>
                    <a:pt x="149361" y="56976"/>
                  </a:lnTo>
                  <a:cubicBezTo>
                    <a:pt x="167193" y="22011"/>
                    <a:pt x="203127" y="0"/>
                    <a:pt x="242376" y="0"/>
                  </a:cubicBezTo>
                  <a:close/>
                </a:path>
              </a:pathLst>
            </a:custGeom>
            <a:solidFill>
              <a:srgbClr val="2D8BBA"/>
            </a:solidFill>
          </p:spPr>
          <p:txBody>
            <a:bodyPr/>
            <a:lstStyle/>
            <a:p>
              <a:endParaRPr lang="en-GB"/>
            </a:p>
          </p:txBody>
        </p:sp>
        <p:sp>
          <p:nvSpPr>
            <p:cNvPr id="11" name="TextBox 11"/>
            <p:cNvSpPr txBox="1"/>
            <p:nvPr/>
          </p:nvSpPr>
          <p:spPr>
            <a:xfrm>
              <a:off x="101600" y="-38100"/>
              <a:ext cx="325122" cy="436531"/>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143393" y="7533686"/>
            <a:ext cx="1815721" cy="1369315"/>
            <a:chOff x="0" y="0"/>
            <a:chExt cx="528322" cy="398431"/>
          </a:xfrm>
        </p:grpSpPr>
        <p:sp>
          <p:nvSpPr>
            <p:cNvPr id="13" name="Freeform 13"/>
            <p:cNvSpPr/>
            <p:nvPr/>
          </p:nvSpPr>
          <p:spPr>
            <a:xfrm>
              <a:off x="24781" y="0"/>
              <a:ext cx="478760" cy="398431"/>
            </a:xfrm>
            <a:custGeom>
              <a:avLst/>
              <a:gdLst/>
              <a:ahLst/>
              <a:cxnLst/>
              <a:rect l="l" t="t" r="r" b="b"/>
              <a:pathLst>
                <a:path w="478760" h="398431">
                  <a:moveTo>
                    <a:pt x="242376" y="0"/>
                  </a:moveTo>
                  <a:lnTo>
                    <a:pt x="439584" y="0"/>
                  </a:lnTo>
                  <a:cubicBezTo>
                    <a:pt x="453217" y="0"/>
                    <a:pt x="465870" y="7088"/>
                    <a:pt x="472991" y="18713"/>
                  </a:cubicBezTo>
                  <a:cubicBezTo>
                    <a:pt x="480112" y="30339"/>
                    <a:pt x="480677" y="44831"/>
                    <a:pt x="474483" y="56976"/>
                  </a:cubicBezTo>
                  <a:lnTo>
                    <a:pt x="329399" y="341455"/>
                  </a:lnTo>
                  <a:cubicBezTo>
                    <a:pt x="311567" y="376420"/>
                    <a:pt x="275633" y="398431"/>
                    <a:pt x="236384" y="398431"/>
                  </a:cubicBezTo>
                  <a:lnTo>
                    <a:pt x="39176" y="398431"/>
                  </a:lnTo>
                  <a:cubicBezTo>
                    <a:pt x="25543" y="398431"/>
                    <a:pt x="12890" y="391343"/>
                    <a:pt x="5769" y="379718"/>
                  </a:cubicBezTo>
                  <a:cubicBezTo>
                    <a:pt x="-1352" y="368092"/>
                    <a:pt x="-1917" y="353600"/>
                    <a:pt x="4277" y="341455"/>
                  </a:cubicBezTo>
                  <a:lnTo>
                    <a:pt x="149361" y="56976"/>
                  </a:lnTo>
                  <a:cubicBezTo>
                    <a:pt x="167193" y="22011"/>
                    <a:pt x="203127" y="0"/>
                    <a:pt x="242376" y="0"/>
                  </a:cubicBezTo>
                  <a:close/>
                </a:path>
              </a:pathLst>
            </a:custGeom>
            <a:solidFill>
              <a:srgbClr val="FF914D"/>
            </a:solidFill>
          </p:spPr>
          <p:txBody>
            <a:bodyPr/>
            <a:lstStyle/>
            <a:p>
              <a:endParaRPr lang="en-GB"/>
            </a:p>
          </p:txBody>
        </p:sp>
        <p:sp>
          <p:nvSpPr>
            <p:cNvPr id="14" name="TextBox 14"/>
            <p:cNvSpPr txBox="1"/>
            <p:nvPr/>
          </p:nvSpPr>
          <p:spPr>
            <a:xfrm>
              <a:off x="101600" y="-38100"/>
              <a:ext cx="325122" cy="436531"/>
            </a:xfrm>
            <a:prstGeom prst="rect">
              <a:avLst/>
            </a:prstGeom>
          </p:spPr>
          <p:txBody>
            <a:bodyPr lIns="50800" tIns="50800" rIns="50800" bIns="50800" rtlCol="0" anchor="ctr"/>
            <a:lstStyle/>
            <a:p>
              <a:pPr algn="ctr">
                <a:lnSpc>
                  <a:spcPts val="2659"/>
                </a:lnSpc>
              </a:pPr>
              <a:endParaRPr/>
            </a:p>
          </p:txBody>
        </p:sp>
      </p:grpSp>
      <p:sp>
        <p:nvSpPr>
          <p:cNvPr id="15" name="Freeform 15"/>
          <p:cNvSpPr/>
          <p:nvPr/>
        </p:nvSpPr>
        <p:spPr>
          <a:xfrm>
            <a:off x="1325819" y="5488751"/>
            <a:ext cx="956542" cy="1313330"/>
          </a:xfrm>
          <a:custGeom>
            <a:avLst/>
            <a:gdLst/>
            <a:ahLst/>
            <a:cxnLst/>
            <a:rect l="l" t="t" r="r" b="b"/>
            <a:pathLst>
              <a:path w="956542" h="1313330">
                <a:moveTo>
                  <a:pt x="0" y="0"/>
                </a:moveTo>
                <a:lnTo>
                  <a:pt x="956542" y="0"/>
                </a:lnTo>
                <a:lnTo>
                  <a:pt x="956542" y="1313330"/>
                </a:lnTo>
                <a:lnTo>
                  <a:pt x="0" y="131333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a:p>
        </p:txBody>
      </p:sp>
      <p:sp>
        <p:nvSpPr>
          <p:cNvPr id="16" name="Freeform 16"/>
          <p:cNvSpPr/>
          <p:nvPr/>
        </p:nvSpPr>
        <p:spPr>
          <a:xfrm>
            <a:off x="1267611" y="7423076"/>
            <a:ext cx="941394" cy="1251442"/>
          </a:xfrm>
          <a:custGeom>
            <a:avLst/>
            <a:gdLst/>
            <a:ahLst/>
            <a:cxnLst/>
            <a:rect l="l" t="t" r="r" b="b"/>
            <a:pathLst>
              <a:path w="941394" h="1251442">
                <a:moveTo>
                  <a:pt x="0" y="0"/>
                </a:moveTo>
                <a:lnTo>
                  <a:pt x="941394" y="0"/>
                </a:lnTo>
                <a:lnTo>
                  <a:pt x="941394" y="1251442"/>
                </a:lnTo>
                <a:lnTo>
                  <a:pt x="0" y="125144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7" name="TextBox 17"/>
          <p:cNvSpPr txBox="1"/>
          <p:nvPr/>
        </p:nvSpPr>
        <p:spPr>
          <a:xfrm>
            <a:off x="1353022" y="754961"/>
            <a:ext cx="2381625" cy="273739"/>
          </a:xfrm>
          <a:prstGeom prst="rect">
            <a:avLst/>
          </a:prstGeom>
        </p:spPr>
        <p:txBody>
          <a:bodyPr lIns="0" tIns="0" rIns="0" bIns="0" rtlCol="0" anchor="t">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Larana Electric Car</a:t>
            </a:r>
          </a:p>
        </p:txBody>
      </p:sp>
      <p:sp>
        <p:nvSpPr>
          <p:cNvPr id="18" name="TextBox 18"/>
          <p:cNvSpPr txBox="1"/>
          <p:nvPr/>
        </p:nvSpPr>
        <p:spPr>
          <a:xfrm>
            <a:off x="3150194" y="3661636"/>
            <a:ext cx="4192549" cy="448310"/>
          </a:xfrm>
          <a:prstGeom prst="rect">
            <a:avLst/>
          </a:prstGeom>
        </p:spPr>
        <p:txBody>
          <a:bodyPr lIns="0" tIns="0" rIns="0" bIns="0" rtlCol="0" anchor="t">
            <a:spAutoFit/>
          </a:bodyPr>
          <a:lstStyle/>
          <a:p>
            <a:pPr algn="l">
              <a:lnSpc>
                <a:spcPts val="3399"/>
              </a:lnSpc>
            </a:pPr>
            <a:r>
              <a:rPr lang="en-US" sz="3399">
                <a:solidFill>
                  <a:srgbClr val="0B132B"/>
                </a:solidFill>
                <a:latin typeface="Rubik One"/>
                <a:ea typeface="Rubik One"/>
                <a:cs typeface="Rubik One"/>
                <a:sym typeface="Rubik One"/>
              </a:rPr>
              <a:t>Larana Car</a:t>
            </a:r>
          </a:p>
        </p:txBody>
      </p:sp>
      <p:sp>
        <p:nvSpPr>
          <p:cNvPr id="19" name="TextBox 19"/>
          <p:cNvSpPr txBox="1"/>
          <p:nvPr/>
        </p:nvSpPr>
        <p:spPr>
          <a:xfrm>
            <a:off x="3150194" y="5631025"/>
            <a:ext cx="4192549" cy="448310"/>
          </a:xfrm>
          <a:prstGeom prst="rect">
            <a:avLst/>
          </a:prstGeom>
        </p:spPr>
        <p:txBody>
          <a:bodyPr lIns="0" tIns="0" rIns="0" bIns="0" rtlCol="0" anchor="t">
            <a:spAutoFit/>
          </a:bodyPr>
          <a:lstStyle/>
          <a:p>
            <a:pPr algn="l">
              <a:lnSpc>
                <a:spcPts val="3399"/>
              </a:lnSpc>
            </a:pPr>
            <a:r>
              <a:rPr lang="en-US" sz="3399">
                <a:solidFill>
                  <a:srgbClr val="0B132B"/>
                </a:solidFill>
                <a:latin typeface="Rubik One"/>
                <a:ea typeface="Rubik One"/>
                <a:cs typeface="Rubik One"/>
                <a:sym typeface="Rubik One"/>
              </a:rPr>
              <a:t>Competitor 1</a:t>
            </a:r>
          </a:p>
        </p:txBody>
      </p:sp>
      <p:sp>
        <p:nvSpPr>
          <p:cNvPr id="20" name="TextBox 20"/>
          <p:cNvSpPr txBox="1"/>
          <p:nvPr/>
        </p:nvSpPr>
        <p:spPr>
          <a:xfrm>
            <a:off x="3150194" y="7600415"/>
            <a:ext cx="4192549" cy="448310"/>
          </a:xfrm>
          <a:prstGeom prst="rect">
            <a:avLst/>
          </a:prstGeom>
        </p:spPr>
        <p:txBody>
          <a:bodyPr lIns="0" tIns="0" rIns="0" bIns="0" rtlCol="0" anchor="t">
            <a:spAutoFit/>
          </a:bodyPr>
          <a:lstStyle/>
          <a:p>
            <a:pPr algn="l">
              <a:lnSpc>
                <a:spcPts val="3399"/>
              </a:lnSpc>
            </a:pPr>
            <a:r>
              <a:rPr lang="en-US" sz="3399">
                <a:solidFill>
                  <a:srgbClr val="0B132B"/>
                </a:solidFill>
                <a:latin typeface="Rubik One"/>
                <a:ea typeface="Rubik One"/>
                <a:cs typeface="Rubik One"/>
                <a:sym typeface="Rubik One"/>
              </a:rPr>
              <a:t>Competitor 2</a:t>
            </a:r>
          </a:p>
        </p:txBody>
      </p:sp>
      <p:sp>
        <p:nvSpPr>
          <p:cNvPr id="21" name="TextBox 21"/>
          <p:cNvSpPr txBox="1"/>
          <p:nvPr/>
        </p:nvSpPr>
        <p:spPr>
          <a:xfrm>
            <a:off x="3150194" y="4137926"/>
            <a:ext cx="5138908" cy="826296"/>
          </a:xfrm>
          <a:prstGeom prst="rect">
            <a:avLst/>
          </a:prstGeom>
        </p:spPr>
        <p:txBody>
          <a:bodyPr lIns="0" tIns="0" rIns="0" bIns="0" rtlCol="0" anchor="t">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turpis</a:t>
            </a:r>
          </a:p>
        </p:txBody>
      </p:sp>
      <p:sp>
        <p:nvSpPr>
          <p:cNvPr id="22" name="TextBox 22"/>
          <p:cNvSpPr txBox="1"/>
          <p:nvPr/>
        </p:nvSpPr>
        <p:spPr>
          <a:xfrm>
            <a:off x="3150194" y="6107316"/>
            <a:ext cx="5138908" cy="826296"/>
          </a:xfrm>
          <a:prstGeom prst="rect">
            <a:avLst/>
          </a:prstGeom>
        </p:spPr>
        <p:txBody>
          <a:bodyPr lIns="0" tIns="0" rIns="0" bIns="0" rtlCol="0" anchor="t">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turpis</a:t>
            </a:r>
          </a:p>
        </p:txBody>
      </p:sp>
      <p:sp>
        <p:nvSpPr>
          <p:cNvPr id="23" name="TextBox 23"/>
          <p:cNvSpPr txBox="1"/>
          <p:nvPr/>
        </p:nvSpPr>
        <p:spPr>
          <a:xfrm>
            <a:off x="3150194" y="8076705"/>
            <a:ext cx="5138908" cy="826296"/>
          </a:xfrm>
          <a:prstGeom prst="rect">
            <a:avLst/>
          </a:prstGeom>
        </p:spPr>
        <p:txBody>
          <a:bodyPr lIns="0" tIns="0" rIns="0" bIns="0" rtlCol="0" anchor="t">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turpis</a:t>
            </a:r>
          </a:p>
        </p:txBody>
      </p:sp>
      <p:sp>
        <p:nvSpPr>
          <p:cNvPr id="24" name="TextBox 24"/>
          <p:cNvSpPr txBox="1"/>
          <p:nvPr/>
        </p:nvSpPr>
        <p:spPr>
          <a:xfrm>
            <a:off x="14877675" y="9322533"/>
            <a:ext cx="2381625" cy="240665"/>
          </a:xfrm>
          <a:prstGeom prst="rect">
            <a:avLst/>
          </a:prstGeom>
        </p:spPr>
        <p:txBody>
          <a:bodyPr lIns="0" tIns="0" rIns="0" bIns="0" rtlCol="0" anchor="t">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- 05</a:t>
            </a:r>
          </a:p>
        </p:txBody>
      </p:sp>
      <p:grpSp>
        <p:nvGrpSpPr>
          <p:cNvPr id="25" name="Group 25"/>
          <p:cNvGrpSpPr/>
          <p:nvPr/>
        </p:nvGrpSpPr>
        <p:grpSpPr>
          <a:xfrm>
            <a:off x="11502671" y="9960324"/>
            <a:ext cx="9960587" cy="1142074"/>
            <a:chOff x="0" y="0"/>
            <a:chExt cx="2572779" cy="294993"/>
          </a:xfrm>
        </p:grpSpPr>
        <p:sp>
          <p:nvSpPr>
            <p:cNvPr id="26" name="Freeform 26"/>
            <p:cNvSpPr/>
            <p:nvPr/>
          </p:nvSpPr>
          <p:spPr>
            <a:xfrm>
              <a:off x="0" y="0"/>
              <a:ext cx="2572779" cy="294993"/>
            </a:xfrm>
            <a:custGeom>
              <a:avLst/>
              <a:gdLst/>
              <a:ahLst/>
              <a:cxnLst/>
              <a:rect l="l" t="t" r="r" b="b"/>
              <a:pathLst>
                <a:path w="2572779" h="294993">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txBody>
            <a:bodyPr/>
            <a:lstStyle/>
            <a:p>
              <a:endParaRPr lang="en-GB"/>
            </a:p>
          </p:txBody>
        </p:sp>
        <p:sp>
          <p:nvSpPr>
            <p:cNvPr id="27" name="TextBox 27"/>
            <p:cNvSpPr txBox="1"/>
            <p:nvPr/>
          </p:nvSpPr>
          <p:spPr>
            <a:xfrm>
              <a:off x="0" y="-38100"/>
              <a:ext cx="2572779" cy="333093"/>
            </a:xfrm>
            <a:prstGeom prst="rect">
              <a:avLst/>
            </a:prstGeom>
          </p:spPr>
          <p:txBody>
            <a:bodyPr lIns="50800" tIns="50800" rIns="50800" bIns="50800" rtlCol="0" anchor="ctr"/>
            <a:lstStyle/>
            <a:p>
              <a:pPr algn="ctr">
                <a:lnSpc>
                  <a:spcPts val="2659"/>
                </a:lnSpc>
                <a:spcBef>
                  <a:spcPct val="0"/>
                </a:spcBef>
              </a:pPr>
              <a:endParaRPr/>
            </a:p>
          </p:txBody>
        </p:sp>
      </p:grpSp>
      <p:grpSp>
        <p:nvGrpSpPr>
          <p:cNvPr id="28" name="Group 28"/>
          <p:cNvGrpSpPr/>
          <p:nvPr/>
        </p:nvGrpSpPr>
        <p:grpSpPr>
          <a:xfrm>
            <a:off x="-5959063" y="-784283"/>
            <a:ext cx="8918177" cy="1142074"/>
            <a:chOff x="0" y="0"/>
            <a:chExt cx="2303529" cy="294993"/>
          </a:xfrm>
        </p:grpSpPr>
        <p:sp>
          <p:nvSpPr>
            <p:cNvPr id="29" name="Freeform 29"/>
            <p:cNvSpPr/>
            <p:nvPr/>
          </p:nvSpPr>
          <p:spPr>
            <a:xfrm>
              <a:off x="0" y="0"/>
              <a:ext cx="2303529" cy="294993"/>
            </a:xfrm>
            <a:custGeom>
              <a:avLst/>
              <a:gdLst/>
              <a:ahLst/>
              <a:cxnLst/>
              <a:rect l="l" t="t" r="r" b="b"/>
              <a:pathLst>
                <a:path w="2303529" h="294993">
                  <a:moveTo>
                    <a:pt x="52086" y="0"/>
                  </a:moveTo>
                  <a:lnTo>
                    <a:pt x="2251442" y="0"/>
                  </a:lnTo>
                  <a:cubicBezTo>
                    <a:pt x="2265256" y="0"/>
                    <a:pt x="2278505" y="5488"/>
                    <a:pt x="2288273" y="15256"/>
                  </a:cubicBezTo>
                  <a:cubicBezTo>
                    <a:pt x="2298041" y="25024"/>
                    <a:pt x="2303529" y="38272"/>
                    <a:pt x="2303529" y="52086"/>
                  </a:cubicBezTo>
                  <a:lnTo>
                    <a:pt x="2303529" y="242907"/>
                  </a:lnTo>
                  <a:cubicBezTo>
                    <a:pt x="2303529" y="271673"/>
                    <a:pt x="2280209" y="294993"/>
                    <a:pt x="2251442" y="294993"/>
                  </a:cubicBezTo>
                  <a:lnTo>
                    <a:pt x="52086" y="294993"/>
                  </a:lnTo>
                  <a:cubicBezTo>
                    <a:pt x="23320" y="294993"/>
                    <a:pt x="0" y="271673"/>
                    <a:pt x="0" y="242907"/>
                  </a:cubicBezTo>
                  <a:lnTo>
                    <a:pt x="0" y="52086"/>
                  </a:lnTo>
                  <a:cubicBezTo>
                    <a:pt x="0" y="23320"/>
                    <a:pt x="23320" y="0"/>
                    <a:pt x="52086" y="0"/>
                  </a:cubicBezTo>
                  <a:close/>
                </a:path>
              </a:pathLst>
            </a:custGeom>
            <a:ln w="19050" cap="rnd">
              <a:solidFill>
                <a:srgbClr val="00B58F"/>
              </a:solidFill>
              <a:prstDash val="solid"/>
              <a:round/>
            </a:ln>
          </p:spPr>
          <p:txBody>
            <a:bodyPr/>
            <a:lstStyle/>
            <a:p>
              <a:endParaRPr lang="en-GB"/>
            </a:p>
          </p:txBody>
        </p:sp>
        <p:sp>
          <p:nvSpPr>
            <p:cNvPr id="30" name="TextBox 30"/>
            <p:cNvSpPr txBox="1"/>
            <p:nvPr/>
          </p:nvSpPr>
          <p:spPr>
            <a:xfrm>
              <a:off x="0" y="-38100"/>
              <a:ext cx="2303529" cy="333093"/>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DF6F9"/>
        </a:solidFill>
        <a:effectLst/>
      </p:bgPr>
    </p:bg>
    <p:spTree>
      <p:nvGrpSpPr>
        <p:cNvPr id="1" name=""/>
        <p:cNvGrpSpPr/>
        <p:nvPr/>
      </p:nvGrpSpPr>
      <p:grpSpPr>
        <a:xfrm>
          <a:off x="0" y="0"/>
          <a:ext cx="0" cy="0"/>
          <a:chOff x="0" y="0"/>
          <a:chExt cx="0" cy="0"/>
        </a:xfrm>
      </p:grpSpPr>
      <p:sp>
        <p:nvSpPr>
          <p:cNvPr id="2" name="Freeform 2"/>
          <p:cNvSpPr/>
          <p:nvPr/>
        </p:nvSpPr>
        <p:spPr>
          <a:xfrm>
            <a:off x="1028700" y="808637"/>
            <a:ext cx="229386" cy="182674"/>
          </a:xfrm>
          <a:custGeom>
            <a:avLst/>
            <a:gdLst/>
            <a:ahLst/>
            <a:cxnLst/>
            <a:rect l="l" t="t" r="r" b="b"/>
            <a:pathLst>
              <a:path w="229386" h="182674">
                <a:moveTo>
                  <a:pt x="0" y="0"/>
                </a:moveTo>
                <a:lnTo>
                  <a:pt x="229386" y="0"/>
                </a:lnTo>
                <a:lnTo>
                  <a:pt x="229386" y="182675"/>
                </a:lnTo>
                <a:lnTo>
                  <a:pt x="0" y="18267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GB"/>
          </a:p>
        </p:txBody>
      </p:sp>
      <p:grpSp>
        <p:nvGrpSpPr>
          <p:cNvPr id="3" name="Group 3"/>
          <p:cNvGrpSpPr/>
          <p:nvPr/>
        </p:nvGrpSpPr>
        <p:grpSpPr>
          <a:xfrm>
            <a:off x="1041382" y="6210638"/>
            <a:ext cx="7843154" cy="3047662"/>
            <a:chOff x="0" y="0"/>
            <a:chExt cx="2025855" cy="787199"/>
          </a:xfrm>
        </p:grpSpPr>
        <p:sp>
          <p:nvSpPr>
            <p:cNvPr id="4" name="Freeform 4"/>
            <p:cNvSpPr/>
            <p:nvPr/>
          </p:nvSpPr>
          <p:spPr>
            <a:xfrm>
              <a:off x="0" y="0"/>
              <a:ext cx="2025855" cy="787199"/>
            </a:xfrm>
            <a:custGeom>
              <a:avLst/>
              <a:gdLst/>
              <a:ahLst/>
              <a:cxnLst/>
              <a:rect l="l" t="t" r="r" b="b"/>
              <a:pathLst>
                <a:path w="2025855" h="787199">
                  <a:moveTo>
                    <a:pt x="59226" y="0"/>
                  </a:moveTo>
                  <a:lnTo>
                    <a:pt x="1966629" y="0"/>
                  </a:lnTo>
                  <a:cubicBezTo>
                    <a:pt x="1982337" y="0"/>
                    <a:pt x="1997401" y="6240"/>
                    <a:pt x="2008508" y="17347"/>
                  </a:cubicBezTo>
                  <a:cubicBezTo>
                    <a:pt x="2019615" y="28454"/>
                    <a:pt x="2025855" y="43518"/>
                    <a:pt x="2025855" y="59226"/>
                  </a:cubicBezTo>
                  <a:lnTo>
                    <a:pt x="2025855" y="727973"/>
                  </a:lnTo>
                  <a:cubicBezTo>
                    <a:pt x="2025855" y="743681"/>
                    <a:pt x="2019615" y="758745"/>
                    <a:pt x="2008508" y="769852"/>
                  </a:cubicBezTo>
                  <a:cubicBezTo>
                    <a:pt x="1997401" y="780959"/>
                    <a:pt x="1982337" y="787199"/>
                    <a:pt x="1966629" y="787199"/>
                  </a:cubicBezTo>
                  <a:lnTo>
                    <a:pt x="59226" y="787199"/>
                  </a:lnTo>
                  <a:cubicBezTo>
                    <a:pt x="43518" y="787199"/>
                    <a:pt x="28454" y="780959"/>
                    <a:pt x="17347" y="769852"/>
                  </a:cubicBezTo>
                  <a:cubicBezTo>
                    <a:pt x="6240" y="758745"/>
                    <a:pt x="0" y="743681"/>
                    <a:pt x="0" y="727973"/>
                  </a:cubicBezTo>
                  <a:lnTo>
                    <a:pt x="0" y="59226"/>
                  </a:lnTo>
                  <a:cubicBezTo>
                    <a:pt x="0" y="43518"/>
                    <a:pt x="6240" y="28454"/>
                    <a:pt x="17347" y="17347"/>
                  </a:cubicBezTo>
                  <a:cubicBezTo>
                    <a:pt x="28454" y="6240"/>
                    <a:pt x="43518" y="0"/>
                    <a:pt x="59226" y="0"/>
                  </a:cubicBezTo>
                  <a:close/>
                </a:path>
              </a:pathLst>
            </a:custGeom>
            <a:ln w="19050" cap="rnd">
              <a:solidFill>
                <a:srgbClr val="00B58F"/>
              </a:solidFill>
              <a:prstDash val="solid"/>
              <a:round/>
            </a:ln>
          </p:spPr>
          <p:txBody>
            <a:bodyPr/>
            <a:lstStyle/>
            <a:p>
              <a:endParaRPr lang="en-GB"/>
            </a:p>
          </p:txBody>
        </p:sp>
        <p:sp>
          <p:nvSpPr>
            <p:cNvPr id="5" name="TextBox 5"/>
            <p:cNvSpPr txBox="1"/>
            <p:nvPr/>
          </p:nvSpPr>
          <p:spPr>
            <a:xfrm>
              <a:off x="0" y="-38100"/>
              <a:ext cx="2025855" cy="825299"/>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1597282" y="6615273"/>
            <a:ext cx="2105243" cy="2643027"/>
            <a:chOff x="0" y="0"/>
            <a:chExt cx="543776" cy="682683"/>
          </a:xfrm>
        </p:grpSpPr>
        <p:sp>
          <p:nvSpPr>
            <p:cNvPr id="7" name="Freeform 7"/>
            <p:cNvSpPr/>
            <p:nvPr/>
          </p:nvSpPr>
          <p:spPr>
            <a:xfrm>
              <a:off x="0" y="0"/>
              <a:ext cx="543776" cy="682683"/>
            </a:xfrm>
            <a:custGeom>
              <a:avLst/>
              <a:gdLst/>
              <a:ahLst/>
              <a:cxnLst/>
              <a:rect l="l" t="t" r="r" b="b"/>
              <a:pathLst>
                <a:path w="543776" h="682683">
                  <a:moveTo>
                    <a:pt x="220647" y="0"/>
                  </a:moveTo>
                  <a:lnTo>
                    <a:pt x="323129" y="0"/>
                  </a:lnTo>
                  <a:cubicBezTo>
                    <a:pt x="381648" y="0"/>
                    <a:pt x="437770" y="23247"/>
                    <a:pt x="479150" y="64626"/>
                  </a:cubicBezTo>
                  <a:cubicBezTo>
                    <a:pt x="520529" y="106005"/>
                    <a:pt x="543776" y="162128"/>
                    <a:pt x="543776" y="220647"/>
                  </a:cubicBezTo>
                  <a:lnTo>
                    <a:pt x="543776" y="462036"/>
                  </a:lnTo>
                  <a:cubicBezTo>
                    <a:pt x="543776" y="583896"/>
                    <a:pt x="444989" y="682683"/>
                    <a:pt x="323129" y="682683"/>
                  </a:cubicBezTo>
                  <a:lnTo>
                    <a:pt x="220647" y="682683"/>
                  </a:lnTo>
                  <a:cubicBezTo>
                    <a:pt x="162128" y="682683"/>
                    <a:pt x="106005" y="659436"/>
                    <a:pt x="64626" y="618057"/>
                  </a:cubicBezTo>
                  <a:cubicBezTo>
                    <a:pt x="23247" y="576678"/>
                    <a:pt x="0" y="520555"/>
                    <a:pt x="0" y="462036"/>
                  </a:cubicBezTo>
                  <a:lnTo>
                    <a:pt x="0" y="220647"/>
                  </a:lnTo>
                  <a:cubicBezTo>
                    <a:pt x="0" y="162128"/>
                    <a:pt x="23247" y="106005"/>
                    <a:pt x="64626" y="64626"/>
                  </a:cubicBezTo>
                  <a:cubicBezTo>
                    <a:pt x="106005" y="23247"/>
                    <a:pt x="162128" y="0"/>
                    <a:pt x="220647" y="0"/>
                  </a:cubicBezTo>
                  <a:close/>
                </a:path>
              </a:pathLst>
            </a:custGeom>
            <a:ln w="19050" cap="rnd">
              <a:solidFill>
                <a:srgbClr val="00B58F"/>
              </a:solidFill>
              <a:prstDash val="solid"/>
              <a:round/>
            </a:ln>
          </p:spPr>
          <p:txBody>
            <a:bodyPr/>
            <a:lstStyle/>
            <a:p>
              <a:endParaRPr lang="en-GB"/>
            </a:p>
          </p:txBody>
        </p:sp>
        <p:sp>
          <p:nvSpPr>
            <p:cNvPr id="8" name="TextBox 8"/>
            <p:cNvSpPr txBox="1"/>
            <p:nvPr/>
          </p:nvSpPr>
          <p:spPr>
            <a:xfrm>
              <a:off x="0" y="-38100"/>
              <a:ext cx="543776" cy="720783"/>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446501" y="3718028"/>
            <a:ext cx="8741036" cy="5246370"/>
            <a:chOff x="0" y="0"/>
            <a:chExt cx="6350000" cy="3811270"/>
          </a:xfrm>
        </p:grpSpPr>
        <p:sp>
          <p:nvSpPr>
            <p:cNvPr id="10" name="Freeform 10"/>
            <p:cNvSpPr/>
            <p:nvPr/>
          </p:nvSpPr>
          <p:spPr>
            <a:xfrm>
              <a:off x="0" y="0"/>
              <a:ext cx="6350000" cy="3811270"/>
            </a:xfrm>
            <a:custGeom>
              <a:avLst/>
              <a:gdLst/>
              <a:ahLst/>
              <a:cxnLst/>
              <a:rect l="l" t="t" r="r" b="b"/>
              <a:pathLst>
                <a:path w="6350000" h="3811270">
                  <a:moveTo>
                    <a:pt x="1648460" y="0"/>
                  </a:moveTo>
                  <a:lnTo>
                    <a:pt x="5812790" y="0"/>
                  </a:lnTo>
                  <a:cubicBezTo>
                    <a:pt x="6109970" y="0"/>
                    <a:pt x="6350000" y="240030"/>
                    <a:pt x="6350000" y="537210"/>
                  </a:cubicBezTo>
                  <a:lnTo>
                    <a:pt x="6350000" y="2466340"/>
                  </a:lnTo>
                  <a:cubicBezTo>
                    <a:pt x="6350000" y="2763520"/>
                    <a:pt x="6109970" y="3003550"/>
                    <a:pt x="5812790" y="3003550"/>
                  </a:cubicBezTo>
                  <a:lnTo>
                    <a:pt x="4751070" y="3003550"/>
                  </a:lnTo>
                  <a:cubicBezTo>
                    <a:pt x="4587240" y="3003550"/>
                    <a:pt x="4431030" y="3078480"/>
                    <a:pt x="4329430" y="3208020"/>
                  </a:cubicBezTo>
                  <a:lnTo>
                    <a:pt x="4013200" y="3606800"/>
                  </a:lnTo>
                  <a:cubicBezTo>
                    <a:pt x="3911600" y="3735070"/>
                    <a:pt x="3756660" y="3811270"/>
                    <a:pt x="3591560" y="3811270"/>
                  </a:cubicBezTo>
                  <a:lnTo>
                    <a:pt x="537210" y="3811270"/>
                  </a:lnTo>
                  <a:cubicBezTo>
                    <a:pt x="240030" y="3811270"/>
                    <a:pt x="0" y="3571240"/>
                    <a:pt x="0" y="3274060"/>
                  </a:cubicBezTo>
                  <a:lnTo>
                    <a:pt x="0" y="1375410"/>
                  </a:lnTo>
                  <a:cubicBezTo>
                    <a:pt x="0" y="1206500"/>
                    <a:pt x="78740" y="1047750"/>
                    <a:pt x="213360" y="946150"/>
                  </a:cubicBezTo>
                  <a:lnTo>
                    <a:pt x="1324610" y="107950"/>
                  </a:lnTo>
                  <a:cubicBezTo>
                    <a:pt x="1417320" y="38100"/>
                    <a:pt x="1531620" y="0"/>
                    <a:pt x="1648460" y="0"/>
                  </a:cubicBezTo>
                  <a:close/>
                </a:path>
              </a:pathLst>
            </a:custGeom>
            <a:blipFill>
              <a:blip r:embed="rId3"/>
              <a:stretch>
                <a:fillRect t="-16250" r="-14728" b="-11103"/>
              </a:stretch>
            </a:blipFill>
          </p:spPr>
          <p:txBody>
            <a:bodyPr/>
            <a:lstStyle/>
            <a:p>
              <a:endParaRPr lang="en-GB"/>
            </a:p>
          </p:txBody>
        </p:sp>
      </p:grpSp>
      <p:grpSp>
        <p:nvGrpSpPr>
          <p:cNvPr id="11" name="Group 11"/>
          <p:cNvGrpSpPr/>
          <p:nvPr/>
        </p:nvGrpSpPr>
        <p:grpSpPr>
          <a:xfrm>
            <a:off x="7371477" y="8131243"/>
            <a:ext cx="2494073" cy="696611"/>
            <a:chOff x="0" y="0"/>
            <a:chExt cx="1040605" cy="290648"/>
          </a:xfrm>
        </p:grpSpPr>
        <p:sp>
          <p:nvSpPr>
            <p:cNvPr id="12" name="Freeform 12"/>
            <p:cNvSpPr/>
            <p:nvPr/>
          </p:nvSpPr>
          <p:spPr>
            <a:xfrm>
              <a:off x="47577" y="0"/>
              <a:ext cx="945451" cy="290648"/>
            </a:xfrm>
            <a:custGeom>
              <a:avLst/>
              <a:gdLst/>
              <a:ahLst/>
              <a:cxnLst/>
              <a:rect l="l" t="t" r="r" b="b"/>
              <a:pathLst>
                <a:path w="945451" h="290648">
                  <a:moveTo>
                    <a:pt x="254955" y="0"/>
                  </a:moveTo>
                  <a:lnTo>
                    <a:pt x="893696" y="0"/>
                  </a:lnTo>
                  <a:cubicBezTo>
                    <a:pt x="912988" y="0"/>
                    <a:pt x="930680" y="10731"/>
                    <a:pt x="939594" y="27840"/>
                  </a:cubicBezTo>
                  <a:cubicBezTo>
                    <a:pt x="948509" y="44950"/>
                    <a:pt x="947167" y="65598"/>
                    <a:pt x="936112" y="81409"/>
                  </a:cubicBezTo>
                  <a:lnTo>
                    <a:pt x="846743" y="209239"/>
                  </a:lnTo>
                  <a:cubicBezTo>
                    <a:pt x="811075" y="260257"/>
                    <a:pt x="752746" y="290648"/>
                    <a:pt x="690496" y="290648"/>
                  </a:cubicBezTo>
                  <a:lnTo>
                    <a:pt x="51755" y="290648"/>
                  </a:lnTo>
                  <a:cubicBezTo>
                    <a:pt x="32462" y="290648"/>
                    <a:pt x="14771" y="279917"/>
                    <a:pt x="5857" y="262808"/>
                  </a:cubicBezTo>
                  <a:cubicBezTo>
                    <a:pt x="-3058" y="245698"/>
                    <a:pt x="-1716" y="225050"/>
                    <a:pt x="9339" y="209239"/>
                  </a:cubicBezTo>
                  <a:lnTo>
                    <a:pt x="98707" y="81409"/>
                  </a:lnTo>
                  <a:cubicBezTo>
                    <a:pt x="134376" y="30391"/>
                    <a:pt x="192705" y="0"/>
                    <a:pt x="254955" y="0"/>
                  </a:cubicBezTo>
                  <a:close/>
                </a:path>
              </a:pathLst>
            </a:custGeom>
            <a:solidFill>
              <a:srgbClr val="00B58F"/>
            </a:solidFill>
          </p:spPr>
          <p:txBody>
            <a:bodyPr/>
            <a:lstStyle/>
            <a:p>
              <a:endParaRPr lang="en-GB"/>
            </a:p>
          </p:txBody>
        </p:sp>
        <p:sp>
          <p:nvSpPr>
            <p:cNvPr id="13" name="TextBox 13"/>
            <p:cNvSpPr txBox="1"/>
            <p:nvPr/>
          </p:nvSpPr>
          <p:spPr>
            <a:xfrm>
              <a:off x="101600" y="-38100"/>
              <a:ext cx="837405" cy="328748"/>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1249969" y="1469058"/>
            <a:ext cx="976970" cy="696611"/>
            <a:chOff x="0" y="0"/>
            <a:chExt cx="407622" cy="290648"/>
          </a:xfrm>
        </p:grpSpPr>
        <p:sp>
          <p:nvSpPr>
            <p:cNvPr id="15" name="Freeform 15"/>
            <p:cNvSpPr/>
            <p:nvPr/>
          </p:nvSpPr>
          <p:spPr>
            <a:xfrm>
              <a:off x="48956" y="0"/>
              <a:ext cx="309710" cy="290648"/>
            </a:xfrm>
            <a:custGeom>
              <a:avLst/>
              <a:gdLst/>
              <a:ahLst/>
              <a:cxnLst/>
              <a:rect l="l" t="t" r="r" b="b"/>
              <a:pathLst>
                <a:path w="309710" h="290648">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txBody>
            <a:bodyPr/>
            <a:lstStyle/>
            <a:p>
              <a:endParaRPr lang="en-GB"/>
            </a:p>
          </p:txBody>
        </p:sp>
        <p:sp>
          <p:nvSpPr>
            <p:cNvPr id="16" name="TextBox 16"/>
            <p:cNvSpPr txBox="1"/>
            <p:nvPr/>
          </p:nvSpPr>
          <p:spPr>
            <a:xfrm>
              <a:off x="101600" y="-38100"/>
              <a:ext cx="204422" cy="328748"/>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1249969" y="3977073"/>
            <a:ext cx="976970" cy="696611"/>
            <a:chOff x="0" y="0"/>
            <a:chExt cx="407622" cy="290648"/>
          </a:xfrm>
        </p:grpSpPr>
        <p:sp>
          <p:nvSpPr>
            <p:cNvPr id="18" name="Freeform 18"/>
            <p:cNvSpPr/>
            <p:nvPr/>
          </p:nvSpPr>
          <p:spPr>
            <a:xfrm>
              <a:off x="48956" y="0"/>
              <a:ext cx="309710" cy="290648"/>
            </a:xfrm>
            <a:custGeom>
              <a:avLst/>
              <a:gdLst/>
              <a:ahLst/>
              <a:cxnLst/>
              <a:rect l="l" t="t" r="r" b="b"/>
              <a:pathLst>
                <a:path w="309710" h="290648">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txBody>
            <a:bodyPr/>
            <a:lstStyle/>
            <a:p>
              <a:endParaRPr lang="en-GB"/>
            </a:p>
          </p:txBody>
        </p:sp>
        <p:sp>
          <p:nvSpPr>
            <p:cNvPr id="19" name="TextBox 19"/>
            <p:cNvSpPr txBox="1"/>
            <p:nvPr/>
          </p:nvSpPr>
          <p:spPr>
            <a:xfrm>
              <a:off x="101600" y="-38100"/>
              <a:ext cx="204422" cy="328748"/>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1921406" y="3977073"/>
            <a:ext cx="976970" cy="696611"/>
            <a:chOff x="0" y="0"/>
            <a:chExt cx="407622" cy="290648"/>
          </a:xfrm>
        </p:grpSpPr>
        <p:sp>
          <p:nvSpPr>
            <p:cNvPr id="21" name="Freeform 21"/>
            <p:cNvSpPr/>
            <p:nvPr/>
          </p:nvSpPr>
          <p:spPr>
            <a:xfrm>
              <a:off x="48956" y="0"/>
              <a:ext cx="309710" cy="290648"/>
            </a:xfrm>
            <a:custGeom>
              <a:avLst/>
              <a:gdLst/>
              <a:ahLst/>
              <a:cxnLst/>
              <a:rect l="l" t="t" r="r" b="b"/>
              <a:pathLst>
                <a:path w="309710" h="290648">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txBody>
            <a:bodyPr/>
            <a:lstStyle/>
            <a:p>
              <a:endParaRPr lang="en-GB"/>
            </a:p>
          </p:txBody>
        </p:sp>
        <p:sp>
          <p:nvSpPr>
            <p:cNvPr id="22" name="TextBox 22"/>
            <p:cNvSpPr txBox="1"/>
            <p:nvPr/>
          </p:nvSpPr>
          <p:spPr>
            <a:xfrm>
              <a:off x="101600" y="-38100"/>
              <a:ext cx="204422" cy="328748"/>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11921406" y="1473059"/>
            <a:ext cx="976970" cy="696611"/>
            <a:chOff x="0" y="0"/>
            <a:chExt cx="407622" cy="290648"/>
          </a:xfrm>
        </p:grpSpPr>
        <p:sp>
          <p:nvSpPr>
            <p:cNvPr id="24" name="Freeform 24"/>
            <p:cNvSpPr/>
            <p:nvPr/>
          </p:nvSpPr>
          <p:spPr>
            <a:xfrm>
              <a:off x="48956" y="0"/>
              <a:ext cx="309710" cy="290648"/>
            </a:xfrm>
            <a:custGeom>
              <a:avLst/>
              <a:gdLst/>
              <a:ahLst/>
              <a:cxnLst/>
              <a:rect l="l" t="t" r="r" b="b"/>
              <a:pathLst>
                <a:path w="309710" h="290648">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txBody>
            <a:bodyPr/>
            <a:lstStyle/>
            <a:p>
              <a:endParaRPr lang="en-GB"/>
            </a:p>
          </p:txBody>
        </p:sp>
        <p:sp>
          <p:nvSpPr>
            <p:cNvPr id="25" name="TextBox 25"/>
            <p:cNvSpPr txBox="1"/>
            <p:nvPr/>
          </p:nvSpPr>
          <p:spPr>
            <a:xfrm>
              <a:off x="101600" y="-38100"/>
              <a:ext cx="204422" cy="328748"/>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12580148" y="3977073"/>
            <a:ext cx="976970" cy="696611"/>
            <a:chOff x="0" y="0"/>
            <a:chExt cx="407622" cy="290648"/>
          </a:xfrm>
        </p:grpSpPr>
        <p:sp>
          <p:nvSpPr>
            <p:cNvPr id="27" name="Freeform 27"/>
            <p:cNvSpPr/>
            <p:nvPr/>
          </p:nvSpPr>
          <p:spPr>
            <a:xfrm>
              <a:off x="48956" y="0"/>
              <a:ext cx="309710" cy="290648"/>
            </a:xfrm>
            <a:custGeom>
              <a:avLst/>
              <a:gdLst/>
              <a:ahLst/>
              <a:cxnLst/>
              <a:rect l="l" t="t" r="r" b="b"/>
              <a:pathLst>
                <a:path w="309710" h="290648">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txBody>
            <a:bodyPr/>
            <a:lstStyle/>
            <a:p>
              <a:endParaRPr lang="en-GB"/>
            </a:p>
          </p:txBody>
        </p:sp>
        <p:sp>
          <p:nvSpPr>
            <p:cNvPr id="28" name="TextBox 28"/>
            <p:cNvSpPr txBox="1"/>
            <p:nvPr/>
          </p:nvSpPr>
          <p:spPr>
            <a:xfrm>
              <a:off x="101600" y="-38100"/>
              <a:ext cx="204422" cy="328748"/>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a:off x="12580148" y="1473059"/>
            <a:ext cx="976970" cy="696611"/>
            <a:chOff x="0" y="0"/>
            <a:chExt cx="407622" cy="290648"/>
          </a:xfrm>
        </p:grpSpPr>
        <p:sp>
          <p:nvSpPr>
            <p:cNvPr id="30" name="Freeform 30"/>
            <p:cNvSpPr/>
            <p:nvPr/>
          </p:nvSpPr>
          <p:spPr>
            <a:xfrm>
              <a:off x="48956" y="0"/>
              <a:ext cx="309710" cy="290648"/>
            </a:xfrm>
            <a:custGeom>
              <a:avLst/>
              <a:gdLst/>
              <a:ahLst/>
              <a:cxnLst/>
              <a:rect l="l" t="t" r="r" b="b"/>
              <a:pathLst>
                <a:path w="309710" h="290648">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txBody>
            <a:bodyPr/>
            <a:lstStyle/>
            <a:p>
              <a:endParaRPr lang="en-GB"/>
            </a:p>
          </p:txBody>
        </p:sp>
        <p:sp>
          <p:nvSpPr>
            <p:cNvPr id="31" name="TextBox 31"/>
            <p:cNvSpPr txBox="1"/>
            <p:nvPr/>
          </p:nvSpPr>
          <p:spPr>
            <a:xfrm>
              <a:off x="101600" y="-38100"/>
              <a:ext cx="204422" cy="328748"/>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a:off x="11249969" y="6520465"/>
            <a:ext cx="2768342" cy="2502582"/>
            <a:chOff x="0" y="0"/>
            <a:chExt cx="6350000" cy="5740400"/>
          </a:xfrm>
        </p:grpSpPr>
        <p:sp>
          <p:nvSpPr>
            <p:cNvPr id="33" name="Freeform 33"/>
            <p:cNvSpPr/>
            <p:nvPr/>
          </p:nvSpPr>
          <p:spPr>
            <a:xfrm>
              <a:off x="0" y="0"/>
              <a:ext cx="6351270" cy="5741670"/>
            </a:xfrm>
            <a:custGeom>
              <a:avLst/>
              <a:gdLst/>
              <a:ahLst/>
              <a:cxnLst/>
              <a:rect l="l" t="t" r="r" b="b"/>
              <a:pathLst>
                <a:path w="6351270" h="5741670">
                  <a:moveTo>
                    <a:pt x="0" y="542290"/>
                  </a:moveTo>
                  <a:lnTo>
                    <a:pt x="0" y="2392680"/>
                  </a:lnTo>
                  <a:cubicBezTo>
                    <a:pt x="0" y="2691130"/>
                    <a:pt x="242570" y="2933700"/>
                    <a:pt x="542290" y="2933700"/>
                  </a:cubicBezTo>
                  <a:lnTo>
                    <a:pt x="1148080" y="2933700"/>
                  </a:lnTo>
                  <a:cubicBezTo>
                    <a:pt x="1447800" y="2933700"/>
                    <a:pt x="1690370" y="3176270"/>
                    <a:pt x="1690370" y="3475990"/>
                  </a:cubicBezTo>
                  <a:lnTo>
                    <a:pt x="1690370" y="5199380"/>
                  </a:lnTo>
                  <a:cubicBezTo>
                    <a:pt x="1690370" y="5499100"/>
                    <a:pt x="1932940" y="5741670"/>
                    <a:pt x="2232660" y="5741670"/>
                  </a:cubicBezTo>
                  <a:lnTo>
                    <a:pt x="3599180" y="5741670"/>
                  </a:lnTo>
                  <a:cubicBezTo>
                    <a:pt x="3735070" y="5741670"/>
                    <a:pt x="3867150" y="5689600"/>
                    <a:pt x="3967480" y="5598160"/>
                  </a:cubicBezTo>
                  <a:lnTo>
                    <a:pt x="6177280" y="3553460"/>
                  </a:lnTo>
                  <a:cubicBezTo>
                    <a:pt x="6287770" y="3450590"/>
                    <a:pt x="6351270" y="3307080"/>
                    <a:pt x="6351270" y="3155950"/>
                  </a:cubicBezTo>
                  <a:lnTo>
                    <a:pt x="6351270" y="542290"/>
                  </a:lnTo>
                  <a:cubicBezTo>
                    <a:pt x="6350000" y="242570"/>
                    <a:pt x="6107430" y="0"/>
                    <a:pt x="5807710" y="0"/>
                  </a:cubicBezTo>
                  <a:lnTo>
                    <a:pt x="542290" y="0"/>
                  </a:lnTo>
                  <a:cubicBezTo>
                    <a:pt x="242570" y="0"/>
                    <a:pt x="0" y="242570"/>
                    <a:pt x="0" y="542290"/>
                  </a:cubicBezTo>
                  <a:close/>
                </a:path>
              </a:pathLst>
            </a:custGeom>
            <a:blipFill>
              <a:blip r:embed="rId4"/>
              <a:stretch>
                <a:fillRect l="-17801" r="-17801"/>
              </a:stretch>
            </a:blipFill>
          </p:spPr>
          <p:txBody>
            <a:bodyPr/>
            <a:lstStyle/>
            <a:p>
              <a:endParaRPr lang="en-GB"/>
            </a:p>
          </p:txBody>
        </p:sp>
      </p:grpSp>
      <p:grpSp>
        <p:nvGrpSpPr>
          <p:cNvPr id="34" name="Group 34"/>
          <p:cNvGrpSpPr/>
          <p:nvPr/>
        </p:nvGrpSpPr>
        <p:grpSpPr>
          <a:xfrm>
            <a:off x="11356280" y="7939087"/>
            <a:ext cx="482004" cy="931222"/>
            <a:chOff x="0" y="0"/>
            <a:chExt cx="126947" cy="245260"/>
          </a:xfrm>
        </p:grpSpPr>
        <p:sp>
          <p:nvSpPr>
            <p:cNvPr id="35" name="Freeform 35"/>
            <p:cNvSpPr/>
            <p:nvPr/>
          </p:nvSpPr>
          <p:spPr>
            <a:xfrm>
              <a:off x="0" y="0"/>
              <a:ext cx="126947" cy="245260"/>
            </a:xfrm>
            <a:custGeom>
              <a:avLst/>
              <a:gdLst/>
              <a:ahLst/>
              <a:cxnLst/>
              <a:rect l="l" t="t" r="r" b="b"/>
              <a:pathLst>
                <a:path w="126947" h="245260">
                  <a:moveTo>
                    <a:pt x="63474" y="0"/>
                  </a:moveTo>
                  <a:lnTo>
                    <a:pt x="63474" y="0"/>
                  </a:lnTo>
                  <a:cubicBezTo>
                    <a:pt x="80308" y="0"/>
                    <a:pt x="96453" y="6687"/>
                    <a:pt x="108356" y="18591"/>
                  </a:cubicBezTo>
                  <a:cubicBezTo>
                    <a:pt x="120260" y="30495"/>
                    <a:pt x="126947" y="46639"/>
                    <a:pt x="126947" y="63474"/>
                  </a:cubicBezTo>
                  <a:lnTo>
                    <a:pt x="126947" y="181786"/>
                  </a:lnTo>
                  <a:cubicBezTo>
                    <a:pt x="126947" y="198621"/>
                    <a:pt x="120260" y="214765"/>
                    <a:pt x="108356" y="226669"/>
                  </a:cubicBezTo>
                  <a:cubicBezTo>
                    <a:pt x="96453" y="238573"/>
                    <a:pt x="80308" y="245260"/>
                    <a:pt x="63474" y="245260"/>
                  </a:cubicBezTo>
                  <a:lnTo>
                    <a:pt x="63474" y="245260"/>
                  </a:lnTo>
                  <a:cubicBezTo>
                    <a:pt x="46639" y="245260"/>
                    <a:pt x="30495" y="238573"/>
                    <a:pt x="18591" y="226669"/>
                  </a:cubicBezTo>
                  <a:cubicBezTo>
                    <a:pt x="6687" y="214765"/>
                    <a:pt x="0" y="198621"/>
                    <a:pt x="0" y="181786"/>
                  </a:cubicBezTo>
                  <a:lnTo>
                    <a:pt x="0" y="63474"/>
                  </a:lnTo>
                  <a:cubicBezTo>
                    <a:pt x="0" y="46639"/>
                    <a:pt x="6687" y="30495"/>
                    <a:pt x="18591" y="18591"/>
                  </a:cubicBezTo>
                  <a:cubicBezTo>
                    <a:pt x="30495" y="6687"/>
                    <a:pt x="46639" y="0"/>
                    <a:pt x="63474" y="0"/>
                  </a:cubicBezTo>
                  <a:close/>
                </a:path>
              </a:pathLst>
            </a:custGeom>
            <a:solidFill>
              <a:srgbClr val="00B58F"/>
            </a:solidFill>
          </p:spPr>
          <p:txBody>
            <a:bodyPr/>
            <a:lstStyle/>
            <a:p>
              <a:endParaRPr lang="en-GB"/>
            </a:p>
          </p:txBody>
        </p:sp>
        <p:sp>
          <p:nvSpPr>
            <p:cNvPr id="36" name="TextBox 36"/>
            <p:cNvSpPr txBox="1"/>
            <p:nvPr/>
          </p:nvSpPr>
          <p:spPr>
            <a:xfrm>
              <a:off x="0" y="-38100"/>
              <a:ext cx="126947" cy="283360"/>
            </a:xfrm>
            <a:prstGeom prst="rect">
              <a:avLst/>
            </a:prstGeom>
          </p:spPr>
          <p:txBody>
            <a:bodyPr lIns="50800" tIns="50800" rIns="50800" bIns="50800" rtlCol="0" anchor="ctr"/>
            <a:lstStyle/>
            <a:p>
              <a:pPr algn="ctr">
                <a:lnSpc>
                  <a:spcPts val="2659"/>
                </a:lnSpc>
              </a:pPr>
              <a:endParaRPr/>
            </a:p>
          </p:txBody>
        </p:sp>
      </p:grpSp>
      <p:sp>
        <p:nvSpPr>
          <p:cNvPr id="37" name="TextBox 37"/>
          <p:cNvSpPr txBox="1"/>
          <p:nvPr/>
        </p:nvSpPr>
        <p:spPr>
          <a:xfrm>
            <a:off x="953562" y="1442053"/>
            <a:ext cx="9341671" cy="1657894"/>
          </a:xfrm>
          <a:prstGeom prst="rect">
            <a:avLst/>
          </a:prstGeom>
        </p:spPr>
        <p:txBody>
          <a:bodyPr lIns="0" tIns="0" rIns="0" bIns="0" rtlCol="0" anchor="t">
            <a:spAutoFit/>
          </a:bodyPr>
          <a:lstStyle/>
          <a:p>
            <a:pPr algn="l">
              <a:lnSpc>
                <a:spcPts val="6399"/>
              </a:lnSpc>
            </a:pPr>
            <a:r>
              <a:rPr lang="en-US" sz="6399">
                <a:solidFill>
                  <a:srgbClr val="0B132B"/>
                </a:solidFill>
                <a:latin typeface="Rubik One"/>
                <a:ea typeface="Rubik One"/>
                <a:cs typeface="Rubik One"/>
                <a:sym typeface="Rubik One"/>
              </a:rPr>
              <a:t>EV ECOSYSTEM &amp; INFRASTRUCTURE</a:t>
            </a:r>
          </a:p>
        </p:txBody>
      </p:sp>
      <p:sp>
        <p:nvSpPr>
          <p:cNvPr id="38" name="TextBox 38"/>
          <p:cNvSpPr txBox="1"/>
          <p:nvPr/>
        </p:nvSpPr>
        <p:spPr>
          <a:xfrm>
            <a:off x="1353022" y="754961"/>
            <a:ext cx="2381625" cy="273739"/>
          </a:xfrm>
          <a:prstGeom prst="rect">
            <a:avLst/>
          </a:prstGeom>
        </p:spPr>
        <p:txBody>
          <a:bodyPr lIns="0" tIns="0" rIns="0" bIns="0" rtlCol="0" anchor="t">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Larana Electric Car</a:t>
            </a:r>
          </a:p>
        </p:txBody>
      </p:sp>
      <p:sp>
        <p:nvSpPr>
          <p:cNvPr id="39" name="TextBox 39"/>
          <p:cNvSpPr txBox="1"/>
          <p:nvPr/>
        </p:nvSpPr>
        <p:spPr>
          <a:xfrm>
            <a:off x="11249969" y="2366875"/>
            <a:ext cx="4219165" cy="448310"/>
          </a:xfrm>
          <a:prstGeom prst="rect">
            <a:avLst/>
          </a:prstGeom>
        </p:spPr>
        <p:txBody>
          <a:bodyPr lIns="0" tIns="0" rIns="0" bIns="0" rtlCol="0" anchor="t">
            <a:spAutoFit/>
          </a:bodyPr>
          <a:lstStyle/>
          <a:p>
            <a:pPr algn="l">
              <a:lnSpc>
                <a:spcPts val="3399"/>
              </a:lnSpc>
            </a:pPr>
            <a:r>
              <a:rPr lang="en-US" sz="3399">
                <a:solidFill>
                  <a:srgbClr val="0B132B"/>
                </a:solidFill>
                <a:latin typeface="Rubik One"/>
                <a:ea typeface="Rubik One"/>
                <a:cs typeface="Rubik One"/>
                <a:sym typeface="Rubik One"/>
              </a:rPr>
              <a:t>20% Ready To Go</a:t>
            </a:r>
          </a:p>
        </p:txBody>
      </p:sp>
      <p:sp>
        <p:nvSpPr>
          <p:cNvPr id="40" name="TextBox 40"/>
          <p:cNvSpPr txBox="1"/>
          <p:nvPr/>
        </p:nvSpPr>
        <p:spPr>
          <a:xfrm>
            <a:off x="11249969" y="2843165"/>
            <a:ext cx="5243875" cy="825937"/>
          </a:xfrm>
          <a:prstGeom prst="rect">
            <a:avLst/>
          </a:prstGeom>
        </p:spPr>
        <p:txBody>
          <a:bodyPr lIns="0" tIns="0" rIns="0" bIns="0" rtlCol="0" anchor="t">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turpis</a:t>
            </a:r>
          </a:p>
        </p:txBody>
      </p:sp>
      <p:sp>
        <p:nvSpPr>
          <p:cNvPr id="41" name="TextBox 41"/>
          <p:cNvSpPr txBox="1"/>
          <p:nvPr/>
        </p:nvSpPr>
        <p:spPr>
          <a:xfrm>
            <a:off x="11249969" y="4870850"/>
            <a:ext cx="4219165" cy="448310"/>
          </a:xfrm>
          <a:prstGeom prst="rect">
            <a:avLst/>
          </a:prstGeom>
        </p:spPr>
        <p:txBody>
          <a:bodyPr lIns="0" tIns="0" rIns="0" bIns="0" rtlCol="0" anchor="t">
            <a:spAutoFit/>
          </a:bodyPr>
          <a:lstStyle/>
          <a:p>
            <a:pPr algn="l">
              <a:lnSpc>
                <a:spcPts val="3399"/>
              </a:lnSpc>
            </a:pPr>
            <a:r>
              <a:rPr lang="en-US" sz="3399">
                <a:solidFill>
                  <a:srgbClr val="0B132B"/>
                </a:solidFill>
                <a:latin typeface="Rubik One"/>
                <a:ea typeface="Rubik One"/>
                <a:cs typeface="Rubik One"/>
                <a:sym typeface="Rubik One"/>
              </a:rPr>
              <a:t>78% Ready To Go</a:t>
            </a:r>
          </a:p>
        </p:txBody>
      </p:sp>
      <p:sp>
        <p:nvSpPr>
          <p:cNvPr id="42" name="TextBox 42"/>
          <p:cNvSpPr txBox="1"/>
          <p:nvPr/>
        </p:nvSpPr>
        <p:spPr>
          <a:xfrm>
            <a:off x="14384067" y="6701440"/>
            <a:ext cx="2875233" cy="1127740"/>
          </a:xfrm>
          <a:prstGeom prst="rect">
            <a:avLst/>
          </a:prstGeom>
        </p:spPr>
        <p:txBody>
          <a:bodyPr lIns="0" tIns="0" rIns="0" bIns="0" rtlCol="0" anchor="t">
            <a:spAutoFit/>
          </a:bodyPr>
          <a:lstStyle/>
          <a:p>
            <a:pPr algn="l">
              <a:lnSpc>
                <a:spcPts val="8400"/>
              </a:lnSpc>
            </a:pPr>
            <a:r>
              <a:rPr lang="en-US" sz="8400">
                <a:solidFill>
                  <a:srgbClr val="0B132B"/>
                </a:solidFill>
                <a:latin typeface="Rubik One"/>
                <a:ea typeface="Rubik One"/>
                <a:cs typeface="Rubik One"/>
                <a:sym typeface="Rubik One"/>
              </a:rPr>
              <a:t>93%</a:t>
            </a:r>
          </a:p>
        </p:txBody>
      </p:sp>
      <p:sp>
        <p:nvSpPr>
          <p:cNvPr id="43" name="TextBox 43"/>
          <p:cNvSpPr txBox="1"/>
          <p:nvPr/>
        </p:nvSpPr>
        <p:spPr>
          <a:xfrm>
            <a:off x="11249969" y="5347140"/>
            <a:ext cx="5243875" cy="825937"/>
          </a:xfrm>
          <a:prstGeom prst="rect">
            <a:avLst/>
          </a:prstGeom>
        </p:spPr>
        <p:txBody>
          <a:bodyPr lIns="0" tIns="0" rIns="0" bIns="0" rtlCol="0" anchor="t">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turpis</a:t>
            </a:r>
          </a:p>
        </p:txBody>
      </p:sp>
      <p:sp>
        <p:nvSpPr>
          <p:cNvPr id="44" name="TextBox 44"/>
          <p:cNvSpPr txBox="1"/>
          <p:nvPr/>
        </p:nvSpPr>
        <p:spPr>
          <a:xfrm>
            <a:off x="14384067" y="7705523"/>
            <a:ext cx="2875233" cy="1378254"/>
          </a:xfrm>
          <a:prstGeom prst="rect">
            <a:avLst/>
          </a:prstGeom>
        </p:spPr>
        <p:txBody>
          <a:bodyPr lIns="0" tIns="0" rIns="0" bIns="0" rtlCol="0" anchor="t">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Lorem ipsum dolor sit amet, nisl nunc elit. Etiam vitae erat suscipit. elit vitae auctor lorem. Quisque pretium magna diam</a:t>
            </a:r>
          </a:p>
        </p:txBody>
      </p:sp>
      <p:sp>
        <p:nvSpPr>
          <p:cNvPr id="45" name="TextBox 45"/>
          <p:cNvSpPr txBox="1"/>
          <p:nvPr/>
        </p:nvSpPr>
        <p:spPr>
          <a:xfrm>
            <a:off x="14877675" y="9322533"/>
            <a:ext cx="2381625" cy="240665"/>
          </a:xfrm>
          <a:prstGeom prst="rect">
            <a:avLst/>
          </a:prstGeom>
        </p:spPr>
        <p:txBody>
          <a:bodyPr lIns="0" tIns="0" rIns="0" bIns="0" rtlCol="0" anchor="t">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- 06</a:t>
            </a:r>
          </a:p>
        </p:txBody>
      </p:sp>
      <p:grpSp>
        <p:nvGrpSpPr>
          <p:cNvPr id="46" name="Group 46"/>
          <p:cNvGrpSpPr/>
          <p:nvPr/>
        </p:nvGrpSpPr>
        <p:grpSpPr>
          <a:xfrm>
            <a:off x="-3150242" y="9960324"/>
            <a:ext cx="8436141" cy="1142074"/>
            <a:chOff x="0" y="0"/>
            <a:chExt cx="2179021" cy="294993"/>
          </a:xfrm>
        </p:grpSpPr>
        <p:sp>
          <p:nvSpPr>
            <p:cNvPr id="47" name="Freeform 47"/>
            <p:cNvSpPr/>
            <p:nvPr/>
          </p:nvSpPr>
          <p:spPr>
            <a:xfrm>
              <a:off x="0" y="0"/>
              <a:ext cx="2179021" cy="294993"/>
            </a:xfrm>
            <a:custGeom>
              <a:avLst/>
              <a:gdLst/>
              <a:ahLst/>
              <a:cxnLst/>
              <a:rect l="l" t="t" r="r" b="b"/>
              <a:pathLst>
                <a:path w="2179021" h="294993">
                  <a:moveTo>
                    <a:pt x="55063" y="0"/>
                  </a:moveTo>
                  <a:lnTo>
                    <a:pt x="2123958" y="0"/>
                  </a:lnTo>
                  <a:cubicBezTo>
                    <a:pt x="2154368" y="0"/>
                    <a:pt x="2179021" y="24652"/>
                    <a:pt x="2179021" y="55063"/>
                  </a:cubicBezTo>
                  <a:lnTo>
                    <a:pt x="2179021" y="239930"/>
                  </a:lnTo>
                  <a:cubicBezTo>
                    <a:pt x="2179021" y="270341"/>
                    <a:pt x="2154368" y="294993"/>
                    <a:pt x="2123958" y="294993"/>
                  </a:cubicBezTo>
                  <a:lnTo>
                    <a:pt x="55063" y="294993"/>
                  </a:lnTo>
                  <a:cubicBezTo>
                    <a:pt x="24652" y="294993"/>
                    <a:pt x="0" y="270341"/>
                    <a:pt x="0" y="239930"/>
                  </a:cubicBezTo>
                  <a:lnTo>
                    <a:pt x="0" y="55063"/>
                  </a:lnTo>
                  <a:cubicBezTo>
                    <a:pt x="0" y="24652"/>
                    <a:pt x="24652" y="0"/>
                    <a:pt x="55063" y="0"/>
                  </a:cubicBezTo>
                  <a:close/>
                </a:path>
              </a:pathLst>
            </a:custGeom>
            <a:ln w="19050" cap="rnd">
              <a:solidFill>
                <a:srgbClr val="00B58F"/>
              </a:solidFill>
              <a:prstDash val="solid"/>
              <a:round/>
            </a:ln>
          </p:spPr>
          <p:txBody>
            <a:bodyPr/>
            <a:lstStyle/>
            <a:p>
              <a:endParaRPr lang="en-GB"/>
            </a:p>
          </p:txBody>
        </p:sp>
        <p:sp>
          <p:nvSpPr>
            <p:cNvPr id="48" name="TextBox 48"/>
            <p:cNvSpPr txBox="1"/>
            <p:nvPr/>
          </p:nvSpPr>
          <p:spPr>
            <a:xfrm>
              <a:off x="0" y="-38100"/>
              <a:ext cx="2179021" cy="333093"/>
            </a:xfrm>
            <a:prstGeom prst="rect">
              <a:avLst/>
            </a:prstGeom>
          </p:spPr>
          <p:txBody>
            <a:bodyPr lIns="50800" tIns="50800" rIns="50800" bIns="50800" rtlCol="0" anchor="ctr"/>
            <a:lstStyle/>
            <a:p>
              <a:pPr algn="ctr">
                <a:lnSpc>
                  <a:spcPts val="2659"/>
                </a:lnSpc>
                <a:spcBef>
                  <a:spcPct val="0"/>
                </a:spcBef>
              </a:pPr>
              <a:endParaRPr/>
            </a:p>
          </p:txBody>
        </p:sp>
      </p:grpSp>
      <p:grpSp>
        <p:nvGrpSpPr>
          <p:cNvPr id="49" name="Group 49"/>
          <p:cNvGrpSpPr/>
          <p:nvPr/>
        </p:nvGrpSpPr>
        <p:grpSpPr>
          <a:xfrm>
            <a:off x="14384067" y="-784283"/>
            <a:ext cx="12412118" cy="1142074"/>
            <a:chOff x="0" y="0"/>
            <a:chExt cx="3205999" cy="294993"/>
          </a:xfrm>
        </p:grpSpPr>
        <p:sp>
          <p:nvSpPr>
            <p:cNvPr id="50" name="Freeform 50"/>
            <p:cNvSpPr/>
            <p:nvPr/>
          </p:nvSpPr>
          <p:spPr>
            <a:xfrm>
              <a:off x="0" y="0"/>
              <a:ext cx="3205999" cy="294993"/>
            </a:xfrm>
            <a:custGeom>
              <a:avLst/>
              <a:gdLst/>
              <a:ahLst/>
              <a:cxnLst/>
              <a:rect l="l" t="t" r="r" b="b"/>
              <a:pathLst>
                <a:path w="3205999" h="294993">
                  <a:moveTo>
                    <a:pt x="37424" y="0"/>
                  </a:moveTo>
                  <a:lnTo>
                    <a:pt x="3168575" y="0"/>
                  </a:lnTo>
                  <a:cubicBezTo>
                    <a:pt x="3189244" y="0"/>
                    <a:pt x="3205999" y="16755"/>
                    <a:pt x="3205999" y="37424"/>
                  </a:cubicBezTo>
                  <a:lnTo>
                    <a:pt x="3205999" y="257569"/>
                  </a:lnTo>
                  <a:cubicBezTo>
                    <a:pt x="3205999" y="267494"/>
                    <a:pt x="3202056" y="277013"/>
                    <a:pt x="3195038" y="284032"/>
                  </a:cubicBezTo>
                  <a:cubicBezTo>
                    <a:pt x="3188020" y="291050"/>
                    <a:pt x="3178501" y="294993"/>
                    <a:pt x="3168575" y="294993"/>
                  </a:cubicBezTo>
                  <a:lnTo>
                    <a:pt x="37424" y="294993"/>
                  </a:lnTo>
                  <a:cubicBezTo>
                    <a:pt x="16755" y="294993"/>
                    <a:pt x="0" y="278238"/>
                    <a:pt x="0" y="257569"/>
                  </a:cubicBezTo>
                  <a:lnTo>
                    <a:pt x="0" y="37424"/>
                  </a:lnTo>
                  <a:cubicBezTo>
                    <a:pt x="0" y="16755"/>
                    <a:pt x="16755" y="0"/>
                    <a:pt x="37424" y="0"/>
                  </a:cubicBezTo>
                  <a:close/>
                </a:path>
              </a:pathLst>
            </a:custGeom>
            <a:ln w="19050" cap="rnd">
              <a:solidFill>
                <a:srgbClr val="00B58F"/>
              </a:solidFill>
              <a:prstDash val="solid"/>
              <a:round/>
            </a:ln>
          </p:spPr>
          <p:txBody>
            <a:bodyPr/>
            <a:lstStyle/>
            <a:p>
              <a:endParaRPr lang="en-GB"/>
            </a:p>
          </p:txBody>
        </p:sp>
        <p:sp>
          <p:nvSpPr>
            <p:cNvPr id="51" name="TextBox 51"/>
            <p:cNvSpPr txBox="1"/>
            <p:nvPr/>
          </p:nvSpPr>
          <p:spPr>
            <a:xfrm>
              <a:off x="0" y="-38100"/>
              <a:ext cx="3205999" cy="333093"/>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DF6F9"/>
        </a:solidFill>
        <a:effectLst/>
      </p:bgPr>
    </p:bg>
    <p:spTree>
      <p:nvGrpSpPr>
        <p:cNvPr id="1" name=""/>
        <p:cNvGrpSpPr/>
        <p:nvPr/>
      </p:nvGrpSpPr>
      <p:grpSpPr>
        <a:xfrm>
          <a:off x="0" y="0"/>
          <a:ext cx="0" cy="0"/>
          <a:chOff x="0" y="0"/>
          <a:chExt cx="0" cy="0"/>
        </a:xfrm>
      </p:grpSpPr>
      <p:sp>
        <p:nvSpPr>
          <p:cNvPr id="2" name="Freeform 2"/>
          <p:cNvSpPr/>
          <p:nvPr/>
        </p:nvSpPr>
        <p:spPr>
          <a:xfrm>
            <a:off x="1028700" y="808637"/>
            <a:ext cx="229386" cy="182674"/>
          </a:xfrm>
          <a:custGeom>
            <a:avLst/>
            <a:gdLst/>
            <a:ahLst/>
            <a:cxnLst/>
            <a:rect l="l" t="t" r="r" b="b"/>
            <a:pathLst>
              <a:path w="229386" h="182674">
                <a:moveTo>
                  <a:pt x="0" y="0"/>
                </a:moveTo>
                <a:lnTo>
                  <a:pt x="229386" y="0"/>
                </a:lnTo>
                <a:lnTo>
                  <a:pt x="229386" y="182675"/>
                </a:lnTo>
                <a:lnTo>
                  <a:pt x="0" y="18267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GB"/>
          </a:p>
        </p:txBody>
      </p:sp>
      <p:grpSp>
        <p:nvGrpSpPr>
          <p:cNvPr id="3" name="Group 3"/>
          <p:cNvGrpSpPr/>
          <p:nvPr/>
        </p:nvGrpSpPr>
        <p:grpSpPr>
          <a:xfrm>
            <a:off x="8623776" y="1319676"/>
            <a:ext cx="8635524" cy="3388827"/>
            <a:chOff x="0" y="0"/>
            <a:chExt cx="1874657" cy="735669"/>
          </a:xfrm>
        </p:grpSpPr>
        <p:sp>
          <p:nvSpPr>
            <p:cNvPr id="4" name="Freeform 4"/>
            <p:cNvSpPr/>
            <p:nvPr/>
          </p:nvSpPr>
          <p:spPr>
            <a:xfrm>
              <a:off x="0" y="0"/>
              <a:ext cx="1874657" cy="735669"/>
            </a:xfrm>
            <a:custGeom>
              <a:avLst/>
              <a:gdLst/>
              <a:ahLst/>
              <a:cxnLst/>
              <a:rect l="l" t="t" r="r" b="b"/>
              <a:pathLst>
                <a:path w="1874657" h="735669">
                  <a:moveTo>
                    <a:pt x="17930" y="0"/>
                  </a:moveTo>
                  <a:lnTo>
                    <a:pt x="1856727" y="0"/>
                  </a:lnTo>
                  <a:cubicBezTo>
                    <a:pt x="1861482" y="0"/>
                    <a:pt x="1866043" y="1889"/>
                    <a:pt x="1869405" y="5252"/>
                  </a:cubicBezTo>
                  <a:cubicBezTo>
                    <a:pt x="1872768" y="8614"/>
                    <a:pt x="1874657" y="13175"/>
                    <a:pt x="1874657" y="17930"/>
                  </a:cubicBezTo>
                  <a:lnTo>
                    <a:pt x="1874657" y="717739"/>
                  </a:lnTo>
                  <a:cubicBezTo>
                    <a:pt x="1874657" y="722494"/>
                    <a:pt x="1872768" y="727055"/>
                    <a:pt x="1869405" y="730418"/>
                  </a:cubicBezTo>
                  <a:cubicBezTo>
                    <a:pt x="1866043" y="733780"/>
                    <a:pt x="1861482" y="735669"/>
                    <a:pt x="1856727" y="735669"/>
                  </a:cubicBezTo>
                  <a:lnTo>
                    <a:pt x="17930" y="735669"/>
                  </a:lnTo>
                  <a:cubicBezTo>
                    <a:pt x="13175" y="735669"/>
                    <a:pt x="8614" y="733780"/>
                    <a:pt x="5252" y="730418"/>
                  </a:cubicBezTo>
                  <a:cubicBezTo>
                    <a:pt x="1889" y="727055"/>
                    <a:pt x="0" y="722494"/>
                    <a:pt x="0" y="717739"/>
                  </a:cubicBezTo>
                  <a:lnTo>
                    <a:pt x="0" y="17930"/>
                  </a:lnTo>
                  <a:cubicBezTo>
                    <a:pt x="0" y="13175"/>
                    <a:pt x="1889" y="8614"/>
                    <a:pt x="5252" y="5252"/>
                  </a:cubicBezTo>
                  <a:cubicBezTo>
                    <a:pt x="8614" y="1889"/>
                    <a:pt x="13175" y="0"/>
                    <a:pt x="17930" y="0"/>
                  </a:cubicBezTo>
                  <a:close/>
                </a:path>
              </a:pathLst>
            </a:custGeom>
            <a:solidFill>
              <a:srgbClr val="00B58F"/>
            </a:solidFill>
            <a:ln cap="sq">
              <a:noFill/>
              <a:prstDash val="solid"/>
              <a:miter/>
            </a:ln>
          </p:spPr>
          <p:txBody>
            <a:bodyPr/>
            <a:lstStyle/>
            <a:p>
              <a:endParaRPr lang="en-GB"/>
            </a:p>
          </p:txBody>
        </p:sp>
        <p:sp>
          <p:nvSpPr>
            <p:cNvPr id="5" name="TextBox 5"/>
            <p:cNvSpPr txBox="1"/>
            <p:nvPr/>
          </p:nvSpPr>
          <p:spPr>
            <a:xfrm>
              <a:off x="0" y="-38100"/>
              <a:ext cx="1874657" cy="773769"/>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8623776" y="5578497"/>
            <a:ext cx="8635524" cy="3388827"/>
            <a:chOff x="0" y="0"/>
            <a:chExt cx="1874657" cy="735669"/>
          </a:xfrm>
        </p:grpSpPr>
        <p:sp>
          <p:nvSpPr>
            <p:cNvPr id="7" name="Freeform 7"/>
            <p:cNvSpPr/>
            <p:nvPr/>
          </p:nvSpPr>
          <p:spPr>
            <a:xfrm>
              <a:off x="0" y="0"/>
              <a:ext cx="1874657" cy="735669"/>
            </a:xfrm>
            <a:custGeom>
              <a:avLst/>
              <a:gdLst/>
              <a:ahLst/>
              <a:cxnLst/>
              <a:rect l="l" t="t" r="r" b="b"/>
              <a:pathLst>
                <a:path w="1874657" h="735669">
                  <a:moveTo>
                    <a:pt x="17930" y="0"/>
                  </a:moveTo>
                  <a:lnTo>
                    <a:pt x="1856727" y="0"/>
                  </a:lnTo>
                  <a:cubicBezTo>
                    <a:pt x="1861482" y="0"/>
                    <a:pt x="1866043" y="1889"/>
                    <a:pt x="1869405" y="5252"/>
                  </a:cubicBezTo>
                  <a:cubicBezTo>
                    <a:pt x="1872768" y="8614"/>
                    <a:pt x="1874657" y="13175"/>
                    <a:pt x="1874657" y="17930"/>
                  </a:cubicBezTo>
                  <a:lnTo>
                    <a:pt x="1874657" y="717739"/>
                  </a:lnTo>
                  <a:cubicBezTo>
                    <a:pt x="1874657" y="722494"/>
                    <a:pt x="1872768" y="727055"/>
                    <a:pt x="1869405" y="730418"/>
                  </a:cubicBezTo>
                  <a:cubicBezTo>
                    <a:pt x="1866043" y="733780"/>
                    <a:pt x="1861482" y="735669"/>
                    <a:pt x="1856727" y="735669"/>
                  </a:cubicBezTo>
                  <a:lnTo>
                    <a:pt x="17930" y="735669"/>
                  </a:lnTo>
                  <a:cubicBezTo>
                    <a:pt x="13175" y="735669"/>
                    <a:pt x="8614" y="733780"/>
                    <a:pt x="5252" y="730418"/>
                  </a:cubicBezTo>
                  <a:cubicBezTo>
                    <a:pt x="1889" y="727055"/>
                    <a:pt x="0" y="722494"/>
                    <a:pt x="0" y="717739"/>
                  </a:cubicBezTo>
                  <a:lnTo>
                    <a:pt x="0" y="17930"/>
                  </a:lnTo>
                  <a:cubicBezTo>
                    <a:pt x="0" y="13175"/>
                    <a:pt x="1889" y="8614"/>
                    <a:pt x="5252" y="5252"/>
                  </a:cubicBezTo>
                  <a:cubicBezTo>
                    <a:pt x="8614" y="1889"/>
                    <a:pt x="13175" y="0"/>
                    <a:pt x="17930" y="0"/>
                  </a:cubicBezTo>
                  <a:close/>
                </a:path>
              </a:pathLst>
            </a:custGeom>
            <a:solidFill>
              <a:srgbClr val="00B58F"/>
            </a:solidFill>
            <a:ln cap="sq">
              <a:noFill/>
              <a:prstDash val="solid"/>
              <a:miter/>
            </a:ln>
          </p:spPr>
          <p:txBody>
            <a:bodyPr/>
            <a:lstStyle/>
            <a:p>
              <a:endParaRPr lang="en-GB"/>
            </a:p>
          </p:txBody>
        </p:sp>
        <p:sp>
          <p:nvSpPr>
            <p:cNvPr id="8" name="TextBox 8"/>
            <p:cNvSpPr txBox="1"/>
            <p:nvPr/>
          </p:nvSpPr>
          <p:spPr>
            <a:xfrm>
              <a:off x="0" y="-38100"/>
              <a:ext cx="1874657" cy="773769"/>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8446448" y="1028700"/>
            <a:ext cx="7442961" cy="581952"/>
            <a:chOff x="0" y="0"/>
            <a:chExt cx="5095792" cy="398431"/>
          </a:xfrm>
        </p:grpSpPr>
        <p:sp>
          <p:nvSpPr>
            <p:cNvPr id="10" name="Freeform 10"/>
            <p:cNvSpPr/>
            <p:nvPr/>
          </p:nvSpPr>
          <p:spPr>
            <a:xfrm>
              <a:off x="6045" y="0"/>
              <a:ext cx="5083701" cy="398431"/>
            </a:xfrm>
            <a:custGeom>
              <a:avLst/>
              <a:gdLst/>
              <a:ahLst/>
              <a:cxnLst/>
              <a:rect l="l" t="t" r="r" b="b"/>
              <a:pathLst>
                <a:path w="5083701" h="398431">
                  <a:moveTo>
                    <a:pt x="212758" y="0"/>
                  </a:moveTo>
                  <a:lnTo>
                    <a:pt x="5074144" y="0"/>
                  </a:lnTo>
                  <a:cubicBezTo>
                    <a:pt x="5077470" y="0"/>
                    <a:pt x="5080557" y="1729"/>
                    <a:pt x="5082294" y="4565"/>
                  </a:cubicBezTo>
                  <a:cubicBezTo>
                    <a:pt x="5084031" y="7401"/>
                    <a:pt x="5084169" y="10936"/>
                    <a:pt x="5082658" y="13899"/>
                  </a:cubicBezTo>
                  <a:lnTo>
                    <a:pt x="4893635" y="384532"/>
                  </a:lnTo>
                  <a:cubicBezTo>
                    <a:pt x="4889285" y="393061"/>
                    <a:pt x="4880519" y="398431"/>
                    <a:pt x="4870944" y="398431"/>
                  </a:cubicBezTo>
                  <a:lnTo>
                    <a:pt x="9558" y="398431"/>
                  </a:lnTo>
                  <a:cubicBezTo>
                    <a:pt x="6232" y="398431"/>
                    <a:pt x="3145" y="396702"/>
                    <a:pt x="1408" y="393866"/>
                  </a:cubicBezTo>
                  <a:cubicBezTo>
                    <a:pt x="-329" y="391030"/>
                    <a:pt x="-467" y="387494"/>
                    <a:pt x="1044" y="384532"/>
                  </a:cubicBezTo>
                  <a:lnTo>
                    <a:pt x="190066" y="13899"/>
                  </a:lnTo>
                  <a:cubicBezTo>
                    <a:pt x="194417" y="5370"/>
                    <a:pt x="203183" y="0"/>
                    <a:pt x="212758" y="0"/>
                  </a:cubicBezTo>
                  <a:close/>
                </a:path>
              </a:pathLst>
            </a:custGeom>
            <a:solidFill>
              <a:srgbClr val="EDF6F9"/>
            </a:solidFill>
          </p:spPr>
          <p:txBody>
            <a:bodyPr/>
            <a:lstStyle/>
            <a:p>
              <a:endParaRPr lang="en-GB"/>
            </a:p>
          </p:txBody>
        </p:sp>
        <p:sp>
          <p:nvSpPr>
            <p:cNvPr id="11" name="TextBox 11"/>
            <p:cNvSpPr txBox="1"/>
            <p:nvPr/>
          </p:nvSpPr>
          <p:spPr>
            <a:xfrm>
              <a:off x="101600" y="-38100"/>
              <a:ext cx="4892592" cy="436531"/>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8446448" y="5287521"/>
            <a:ext cx="7442961" cy="581952"/>
            <a:chOff x="0" y="0"/>
            <a:chExt cx="5095792" cy="398431"/>
          </a:xfrm>
        </p:grpSpPr>
        <p:sp>
          <p:nvSpPr>
            <p:cNvPr id="13" name="Freeform 13"/>
            <p:cNvSpPr/>
            <p:nvPr/>
          </p:nvSpPr>
          <p:spPr>
            <a:xfrm>
              <a:off x="6045" y="0"/>
              <a:ext cx="5083701" cy="398431"/>
            </a:xfrm>
            <a:custGeom>
              <a:avLst/>
              <a:gdLst/>
              <a:ahLst/>
              <a:cxnLst/>
              <a:rect l="l" t="t" r="r" b="b"/>
              <a:pathLst>
                <a:path w="5083701" h="398431">
                  <a:moveTo>
                    <a:pt x="212758" y="0"/>
                  </a:moveTo>
                  <a:lnTo>
                    <a:pt x="5074144" y="0"/>
                  </a:lnTo>
                  <a:cubicBezTo>
                    <a:pt x="5077470" y="0"/>
                    <a:pt x="5080557" y="1729"/>
                    <a:pt x="5082294" y="4565"/>
                  </a:cubicBezTo>
                  <a:cubicBezTo>
                    <a:pt x="5084031" y="7401"/>
                    <a:pt x="5084169" y="10936"/>
                    <a:pt x="5082658" y="13899"/>
                  </a:cubicBezTo>
                  <a:lnTo>
                    <a:pt x="4893635" y="384532"/>
                  </a:lnTo>
                  <a:cubicBezTo>
                    <a:pt x="4889285" y="393061"/>
                    <a:pt x="4880519" y="398431"/>
                    <a:pt x="4870944" y="398431"/>
                  </a:cubicBezTo>
                  <a:lnTo>
                    <a:pt x="9558" y="398431"/>
                  </a:lnTo>
                  <a:cubicBezTo>
                    <a:pt x="6232" y="398431"/>
                    <a:pt x="3145" y="396702"/>
                    <a:pt x="1408" y="393866"/>
                  </a:cubicBezTo>
                  <a:cubicBezTo>
                    <a:pt x="-329" y="391030"/>
                    <a:pt x="-467" y="387494"/>
                    <a:pt x="1044" y="384532"/>
                  </a:cubicBezTo>
                  <a:lnTo>
                    <a:pt x="190066" y="13899"/>
                  </a:lnTo>
                  <a:cubicBezTo>
                    <a:pt x="194417" y="5370"/>
                    <a:pt x="203183" y="0"/>
                    <a:pt x="212758" y="0"/>
                  </a:cubicBezTo>
                  <a:close/>
                </a:path>
              </a:pathLst>
            </a:custGeom>
            <a:solidFill>
              <a:srgbClr val="EDF6F9"/>
            </a:solidFill>
          </p:spPr>
          <p:txBody>
            <a:bodyPr/>
            <a:lstStyle/>
            <a:p>
              <a:endParaRPr lang="en-GB"/>
            </a:p>
          </p:txBody>
        </p:sp>
        <p:sp>
          <p:nvSpPr>
            <p:cNvPr id="14" name="TextBox 14"/>
            <p:cNvSpPr txBox="1"/>
            <p:nvPr/>
          </p:nvSpPr>
          <p:spPr>
            <a:xfrm>
              <a:off x="101600" y="-38100"/>
              <a:ext cx="4892592" cy="436531"/>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0129901" y="4417527"/>
            <a:ext cx="7442961" cy="581952"/>
            <a:chOff x="0" y="0"/>
            <a:chExt cx="5095792" cy="398431"/>
          </a:xfrm>
        </p:grpSpPr>
        <p:sp>
          <p:nvSpPr>
            <p:cNvPr id="16" name="Freeform 16"/>
            <p:cNvSpPr/>
            <p:nvPr/>
          </p:nvSpPr>
          <p:spPr>
            <a:xfrm>
              <a:off x="6045" y="0"/>
              <a:ext cx="5083701" cy="398431"/>
            </a:xfrm>
            <a:custGeom>
              <a:avLst/>
              <a:gdLst/>
              <a:ahLst/>
              <a:cxnLst/>
              <a:rect l="l" t="t" r="r" b="b"/>
              <a:pathLst>
                <a:path w="5083701" h="398431">
                  <a:moveTo>
                    <a:pt x="212758" y="0"/>
                  </a:moveTo>
                  <a:lnTo>
                    <a:pt x="5074144" y="0"/>
                  </a:lnTo>
                  <a:cubicBezTo>
                    <a:pt x="5077470" y="0"/>
                    <a:pt x="5080557" y="1729"/>
                    <a:pt x="5082294" y="4565"/>
                  </a:cubicBezTo>
                  <a:cubicBezTo>
                    <a:pt x="5084031" y="7401"/>
                    <a:pt x="5084169" y="10936"/>
                    <a:pt x="5082658" y="13899"/>
                  </a:cubicBezTo>
                  <a:lnTo>
                    <a:pt x="4893635" y="384532"/>
                  </a:lnTo>
                  <a:cubicBezTo>
                    <a:pt x="4889285" y="393061"/>
                    <a:pt x="4880519" y="398431"/>
                    <a:pt x="4870944" y="398431"/>
                  </a:cubicBezTo>
                  <a:lnTo>
                    <a:pt x="9558" y="398431"/>
                  </a:lnTo>
                  <a:cubicBezTo>
                    <a:pt x="6232" y="398431"/>
                    <a:pt x="3145" y="396702"/>
                    <a:pt x="1408" y="393866"/>
                  </a:cubicBezTo>
                  <a:cubicBezTo>
                    <a:pt x="-329" y="391030"/>
                    <a:pt x="-467" y="387494"/>
                    <a:pt x="1044" y="384532"/>
                  </a:cubicBezTo>
                  <a:lnTo>
                    <a:pt x="190066" y="13899"/>
                  </a:lnTo>
                  <a:cubicBezTo>
                    <a:pt x="194417" y="5370"/>
                    <a:pt x="203183" y="0"/>
                    <a:pt x="212758" y="0"/>
                  </a:cubicBezTo>
                  <a:close/>
                </a:path>
              </a:pathLst>
            </a:custGeom>
            <a:solidFill>
              <a:srgbClr val="EDF6F9"/>
            </a:solidFill>
          </p:spPr>
          <p:txBody>
            <a:bodyPr/>
            <a:lstStyle/>
            <a:p>
              <a:endParaRPr lang="en-GB"/>
            </a:p>
          </p:txBody>
        </p:sp>
        <p:sp>
          <p:nvSpPr>
            <p:cNvPr id="17" name="TextBox 17"/>
            <p:cNvSpPr txBox="1"/>
            <p:nvPr/>
          </p:nvSpPr>
          <p:spPr>
            <a:xfrm>
              <a:off x="101600" y="-38100"/>
              <a:ext cx="4892592" cy="436531"/>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0129901" y="8676348"/>
            <a:ext cx="7442961" cy="581952"/>
            <a:chOff x="0" y="0"/>
            <a:chExt cx="5095792" cy="398431"/>
          </a:xfrm>
        </p:grpSpPr>
        <p:sp>
          <p:nvSpPr>
            <p:cNvPr id="19" name="Freeform 19"/>
            <p:cNvSpPr/>
            <p:nvPr/>
          </p:nvSpPr>
          <p:spPr>
            <a:xfrm>
              <a:off x="6045" y="0"/>
              <a:ext cx="5083701" cy="398431"/>
            </a:xfrm>
            <a:custGeom>
              <a:avLst/>
              <a:gdLst/>
              <a:ahLst/>
              <a:cxnLst/>
              <a:rect l="l" t="t" r="r" b="b"/>
              <a:pathLst>
                <a:path w="5083701" h="398431">
                  <a:moveTo>
                    <a:pt x="212758" y="0"/>
                  </a:moveTo>
                  <a:lnTo>
                    <a:pt x="5074144" y="0"/>
                  </a:lnTo>
                  <a:cubicBezTo>
                    <a:pt x="5077470" y="0"/>
                    <a:pt x="5080557" y="1729"/>
                    <a:pt x="5082294" y="4565"/>
                  </a:cubicBezTo>
                  <a:cubicBezTo>
                    <a:pt x="5084031" y="7401"/>
                    <a:pt x="5084169" y="10936"/>
                    <a:pt x="5082658" y="13899"/>
                  </a:cubicBezTo>
                  <a:lnTo>
                    <a:pt x="4893635" y="384532"/>
                  </a:lnTo>
                  <a:cubicBezTo>
                    <a:pt x="4889285" y="393061"/>
                    <a:pt x="4880519" y="398431"/>
                    <a:pt x="4870944" y="398431"/>
                  </a:cubicBezTo>
                  <a:lnTo>
                    <a:pt x="9558" y="398431"/>
                  </a:lnTo>
                  <a:cubicBezTo>
                    <a:pt x="6232" y="398431"/>
                    <a:pt x="3145" y="396702"/>
                    <a:pt x="1408" y="393866"/>
                  </a:cubicBezTo>
                  <a:cubicBezTo>
                    <a:pt x="-329" y="391030"/>
                    <a:pt x="-467" y="387494"/>
                    <a:pt x="1044" y="384532"/>
                  </a:cubicBezTo>
                  <a:lnTo>
                    <a:pt x="190066" y="13899"/>
                  </a:lnTo>
                  <a:cubicBezTo>
                    <a:pt x="194417" y="5370"/>
                    <a:pt x="203183" y="0"/>
                    <a:pt x="212758" y="0"/>
                  </a:cubicBezTo>
                  <a:close/>
                </a:path>
              </a:pathLst>
            </a:custGeom>
            <a:solidFill>
              <a:srgbClr val="EDF6F9"/>
            </a:solidFill>
          </p:spPr>
          <p:txBody>
            <a:bodyPr/>
            <a:lstStyle/>
            <a:p>
              <a:endParaRPr lang="en-GB"/>
            </a:p>
          </p:txBody>
        </p:sp>
        <p:sp>
          <p:nvSpPr>
            <p:cNvPr id="20" name="TextBox 20"/>
            <p:cNvSpPr txBox="1"/>
            <p:nvPr/>
          </p:nvSpPr>
          <p:spPr>
            <a:xfrm>
              <a:off x="101600" y="-38100"/>
              <a:ext cx="4892592" cy="436531"/>
            </a:xfrm>
            <a:prstGeom prst="rect">
              <a:avLst/>
            </a:prstGeom>
          </p:spPr>
          <p:txBody>
            <a:bodyPr lIns="50800" tIns="50800" rIns="50800" bIns="50800" rtlCol="0" anchor="ctr"/>
            <a:lstStyle/>
            <a:p>
              <a:pPr algn="ctr">
                <a:lnSpc>
                  <a:spcPts val="2659"/>
                </a:lnSpc>
              </a:pPr>
              <a:endParaRPr/>
            </a:p>
          </p:txBody>
        </p:sp>
      </p:grpSp>
      <p:pic>
        <p:nvPicPr>
          <p:cNvPr id="21" name="Picture 21"/>
          <p:cNvPicPr>
            <a:picLocks noChangeAspect="1"/>
          </p:cNvPicPr>
          <p:nvPr/>
        </p:nvPicPr>
        <p:blipFill>
          <a:blip r:embed="rId3"/>
          <a:stretch>
            <a:fillRect/>
          </a:stretch>
        </p:blipFill>
        <p:spPr>
          <a:xfrm>
            <a:off x="8988089" y="1872277"/>
            <a:ext cx="2283625" cy="2283625"/>
          </a:xfrm>
          <a:prstGeom prst="rect">
            <a:avLst/>
          </a:prstGeom>
        </p:spPr>
      </p:pic>
      <p:pic>
        <p:nvPicPr>
          <p:cNvPr id="22" name="Picture 22"/>
          <p:cNvPicPr>
            <a:picLocks noChangeAspect="1"/>
          </p:cNvPicPr>
          <p:nvPr/>
        </p:nvPicPr>
        <p:blipFill>
          <a:blip r:embed="rId4"/>
          <a:stretch>
            <a:fillRect/>
          </a:stretch>
        </p:blipFill>
        <p:spPr>
          <a:xfrm>
            <a:off x="8988089" y="6131098"/>
            <a:ext cx="2283625" cy="2283625"/>
          </a:xfrm>
          <a:prstGeom prst="rect">
            <a:avLst/>
          </a:prstGeom>
        </p:spPr>
      </p:pic>
      <p:sp>
        <p:nvSpPr>
          <p:cNvPr id="23" name="Freeform 23"/>
          <p:cNvSpPr/>
          <p:nvPr/>
        </p:nvSpPr>
        <p:spPr>
          <a:xfrm>
            <a:off x="11444311" y="3591190"/>
            <a:ext cx="344713" cy="278904"/>
          </a:xfrm>
          <a:custGeom>
            <a:avLst/>
            <a:gdLst/>
            <a:ahLst/>
            <a:cxnLst/>
            <a:rect l="l" t="t" r="r" b="b"/>
            <a:pathLst>
              <a:path w="344713" h="278904">
                <a:moveTo>
                  <a:pt x="0" y="0"/>
                </a:moveTo>
                <a:lnTo>
                  <a:pt x="344713" y="0"/>
                </a:lnTo>
                <a:lnTo>
                  <a:pt x="344713" y="278904"/>
                </a:lnTo>
                <a:lnTo>
                  <a:pt x="0" y="27890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24" name="Freeform 24"/>
          <p:cNvSpPr/>
          <p:nvPr/>
        </p:nvSpPr>
        <p:spPr>
          <a:xfrm>
            <a:off x="11444311" y="7878714"/>
            <a:ext cx="344713" cy="278904"/>
          </a:xfrm>
          <a:custGeom>
            <a:avLst/>
            <a:gdLst/>
            <a:ahLst/>
            <a:cxnLst/>
            <a:rect l="l" t="t" r="r" b="b"/>
            <a:pathLst>
              <a:path w="344713" h="278904">
                <a:moveTo>
                  <a:pt x="0" y="0"/>
                </a:moveTo>
                <a:lnTo>
                  <a:pt x="344713" y="0"/>
                </a:lnTo>
                <a:lnTo>
                  <a:pt x="344713" y="278904"/>
                </a:lnTo>
                <a:lnTo>
                  <a:pt x="0" y="27890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25" name="Freeform 25"/>
          <p:cNvSpPr/>
          <p:nvPr/>
        </p:nvSpPr>
        <p:spPr>
          <a:xfrm>
            <a:off x="11847193" y="3591190"/>
            <a:ext cx="344713" cy="278904"/>
          </a:xfrm>
          <a:custGeom>
            <a:avLst/>
            <a:gdLst/>
            <a:ahLst/>
            <a:cxnLst/>
            <a:rect l="l" t="t" r="r" b="b"/>
            <a:pathLst>
              <a:path w="344713" h="278904">
                <a:moveTo>
                  <a:pt x="0" y="0"/>
                </a:moveTo>
                <a:lnTo>
                  <a:pt x="344713" y="0"/>
                </a:lnTo>
                <a:lnTo>
                  <a:pt x="344713" y="278904"/>
                </a:lnTo>
                <a:lnTo>
                  <a:pt x="0" y="27890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26" name="Freeform 26"/>
          <p:cNvSpPr/>
          <p:nvPr/>
        </p:nvSpPr>
        <p:spPr>
          <a:xfrm>
            <a:off x="11847193" y="7878714"/>
            <a:ext cx="344713" cy="278904"/>
          </a:xfrm>
          <a:custGeom>
            <a:avLst/>
            <a:gdLst/>
            <a:ahLst/>
            <a:cxnLst/>
            <a:rect l="l" t="t" r="r" b="b"/>
            <a:pathLst>
              <a:path w="344713" h="278904">
                <a:moveTo>
                  <a:pt x="0" y="0"/>
                </a:moveTo>
                <a:lnTo>
                  <a:pt x="344713" y="0"/>
                </a:lnTo>
                <a:lnTo>
                  <a:pt x="344713" y="278904"/>
                </a:lnTo>
                <a:lnTo>
                  <a:pt x="0" y="27890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27" name="Freeform 27"/>
          <p:cNvSpPr/>
          <p:nvPr/>
        </p:nvSpPr>
        <p:spPr>
          <a:xfrm>
            <a:off x="12250075" y="3591190"/>
            <a:ext cx="344713" cy="278904"/>
          </a:xfrm>
          <a:custGeom>
            <a:avLst/>
            <a:gdLst/>
            <a:ahLst/>
            <a:cxnLst/>
            <a:rect l="l" t="t" r="r" b="b"/>
            <a:pathLst>
              <a:path w="344713" h="278904">
                <a:moveTo>
                  <a:pt x="0" y="0"/>
                </a:moveTo>
                <a:lnTo>
                  <a:pt x="344713" y="0"/>
                </a:lnTo>
                <a:lnTo>
                  <a:pt x="344713" y="278904"/>
                </a:lnTo>
                <a:lnTo>
                  <a:pt x="0" y="27890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28" name="Freeform 28"/>
          <p:cNvSpPr/>
          <p:nvPr/>
        </p:nvSpPr>
        <p:spPr>
          <a:xfrm>
            <a:off x="12652956" y="3591190"/>
            <a:ext cx="344713" cy="278904"/>
          </a:xfrm>
          <a:custGeom>
            <a:avLst/>
            <a:gdLst/>
            <a:ahLst/>
            <a:cxnLst/>
            <a:rect l="l" t="t" r="r" b="b"/>
            <a:pathLst>
              <a:path w="344713" h="278904">
                <a:moveTo>
                  <a:pt x="0" y="0"/>
                </a:moveTo>
                <a:lnTo>
                  <a:pt x="344713" y="0"/>
                </a:lnTo>
                <a:lnTo>
                  <a:pt x="344713" y="278904"/>
                </a:lnTo>
                <a:lnTo>
                  <a:pt x="0" y="27890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GB"/>
          </a:p>
        </p:txBody>
      </p:sp>
      <p:sp>
        <p:nvSpPr>
          <p:cNvPr id="29" name="Freeform 29"/>
          <p:cNvSpPr/>
          <p:nvPr/>
        </p:nvSpPr>
        <p:spPr>
          <a:xfrm>
            <a:off x="12652956" y="7878714"/>
            <a:ext cx="344713" cy="278904"/>
          </a:xfrm>
          <a:custGeom>
            <a:avLst/>
            <a:gdLst/>
            <a:ahLst/>
            <a:cxnLst/>
            <a:rect l="l" t="t" r="r" b="b"/>
            <a:pathLst>
              <a:path w="344713" h="278904">
                <a:moveTo>
                  <a:pt x="0" y="0"/>
                </a:moveTo>
                <a:lnTo>
                  <a:pt x="344713" y="0"/>
                </a:lnTo>
                <a:lnTo>
                  <a:pt x="344713" y="278904"/>
                </a:lnTo>
                <a:lnTo>
                  <a:pt x="0" y="27890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30" name="Freeform 30"/>
          <p:cNvSpPr/>
          <p:nvPr/>
        </p:nvSpPr>
        <p:spPr>
          <a:xfrm>
            <a:off x="13055838" y="3591190"/>
            <a:ext cx="344713" cy="278904"/>
          </a:xfrm>
          <a:custGeom>
            <a:avLst/>
            <a:gdLst/>
            <a:ahLst/>
            <a:cxnLst/>
            <a:rect l="l" t="t" r="r" b="b"/>
            <a:pathLst>
              <a:path w="344713" h="278904">
                <a:moveTo>
                  <a:pt x="0" y="0"/>
                </a:moveTo>
                <a:lnTo>
                  <a:pt x="344713" y="0"/>
                </a:lnTo>
                <a:lnTo>
                  <a:pt x="344713" y="278904"/>
                </a:lnTo>
                <a:lnTo>
                  <a:pt x="0" y="27890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GB"/>
          </a:p>
        </p:txBody>
      </p:sp>
      <p:sp>
        <p:nvSpPr>
          <p:cNvPr id="31" name="Freeform 31"/>
          <p:cNvSpPr/>
          <p:nvPr/>
        </p:nvSpPr>
        <p:spPr>
          <a:xfrm>
            <a:off x="13055838" y="7878714"/>
            <a:ext cx="344713" cy="278904"/>
          </a:xfrm>
          <a:custGeom>
            <a:avLst/>
            <a:gdLst/>
            <a:ahLst/>
            <a:cxnLst/>
            <a:rect l="l" t="t" r="r" b="b"/>
            <a:pathLst>
              <a:path w="344713" h="278904">
                <a:moveTo>
                  <a:pt x="0" y="0"/>
                </a:moveTo>
                <a:lnTo>
                  <a:pt x="344713" y="0"/>
                </a:lnTo>
                <a:lnTo>
                  <a:pt x="344713" y="278904"/>
                </a:lnTo>
                <a:lnTo>
                  <a:pt x="0" y="27890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grpSp>
        <p:nvGrpSpPr>
          <p:cNvPr id="32" name="Group 32"/>
          <p:cNvGrpSpPr/>
          <p:nvPr/>
        </p:nvGrpSpPr>
        <p:grpSpPr>
          <a:xfrm>
            <a:off x="785253" y="5881674"/>
            <a:ext cx="7184884" cy="2588646"/>
            <a:chOff x="0" y="0"/>
            <a:chExt cx="1855826" cy="668637"/>
          </a:xfrm>
        </p:grpSpPr>
        <p:sp>
          <p:nvSpPr>
            <p:cNvPr id="33" name="Freeform 33"/>
            <p:cNvSpPr/>
            <p:nvPr/>
          </p:nvSpPr>
          <p:spPr>
            <a:xfrm>
              <a:off x="0" y="0"/>
              <a:ext cx="1855826" cy="668637"/>
            </a:xfrm>
            <a:custGeom>
              <a:avLst/>
              <a:gdLst/>
              <a:ahLst/>
              <a:cxnLst/>
              <a:rect l="l" t="t" r="r" b="b"/>
              <a:pathLst>
                <a:path w="1855826" h="668637">
                  <a:moveTo>
                    <a:pt x="64652" y="0"/>
                  </a:moveTo>
                  <a:lnTo>
                    <a:pt x="1791174" y="0"/>
                  </a:lnTo>
                  <a:cubicBezTo>
                    <a:pt x="1808321" y="0"/>
                    <a:pt x="1824766" y="6812"/>
                    <a:pt x="1836890" y="18936"/>
                  </a:cubicBezTo>
                  <a:cubicBezTo>
                    <a:pt x="1849015" y="31061"/>
                    <a:pt x="1855826" y="47505"/>
                    <a:pt x="1855826" y="64652"/>
                  </a:cubicBezTo>
                  <a:lnTo>
                    <a:pt x="1855826" y="603985"/>
                  </a:lnTo>
                  <a:cubicBezTo>
                    <a:pt x="1855826" y="621132"/>
                    <a:pt x="1849015" y="637576"/>
                    <a:pt x="1836890" y="649701"/>
                  </a:cubicBezTo>
                  <a:cubicBezTo>
                    <a:pt x="1824766" y="661825"/>
                    <a:pt x="1808321" y="668637"/>
                    <a:pt x="1791174" y="668637"/>
                  </a:cubicBezTo>
                  <a:lnTo>
                    <a:pt x="64652" y="668637"/>
                  </a:lnTo>
                  <a:cubicBezTo>
                    <a:pt x="47505" y="668637"/>
                    <a:pt x="31061" y="661825"/>
                    <a:pt x="18936" y="649701"/>
                  </a:cubicBezTo>
                  <a:cubicBezTo>
                    <a:pt x="6812" y="637576"/>
                    <a:pt x="0" y="621132"/>
                    <a:pt x="0" y="603985"/>
                  </a:cubicBezTo>
                  <a:lnTo>
                    <a:pt x="0" y="64652"/>
                  </a:lnTo>
                  <a:cubicBezTo>
                    <a:pt x="0" y="47505"/>
                    <a:pt x="6812" y="31061"/>
                    <a:pt x="18936" y="18936"/>
                  </a:cubicBezTo>
                  <a:cubicBezTo>
                    <a:pt x="31061" y="6812"/>
                    <a:pt x="47505" y="0"/>
                    <a:pt x="64652" y="0"/>
                  </a:cubicBezTo>
                  <a:close/>
                </a:path>
              </a:pathLst>
            </a:custGeom>
            <a:ln w="19050" cap="rnd">
              <a:solidFill>
                <a:srgbClr val="00B58F"/>
              </a:solidFill>
              <a:prstDash val="solid"/>
              <a:round/>
            </a:ln>
          </p:spPr>
          <p:txBody>
            <a:bodyPr/>
            <a:lstStyle/>
            <a:p>
              <a:endParaRPr lang="en-GB"/>
            </a:p>
          </p:txBody>
        </p:sp>
        <p:sp>
          <p:nvSpPr>
            <p:cNvPr id="34" name="TextBox 34"/>
            <p:cNvSpPr txBox="1"/>
            <p:nvPr/>
          </p:nvSpPr>
          <p:spPr>
            <a:xfrm>
              <a:off x="0" y="-38100"/>
              <a:ext cx="1855826" cy="706737"/>
            </a:xfrm>
            <a:prstGeom prst="rect">
              <a:avLst/>
            </a:prstGeom>
          </p:spPr>
          <p:txBody>
            <a:bodyPr lIns="50800" tIns="50800" rIns="50800" bIns="50800" rtlCol="0" anchor="ctr"/>
            <a:lstStyle/>
            <a:p>
              <a:pPr algn="ctr">
                <a:lnSpc>
                  <a:spcPts val="2659"/>
                </a:lnSpc>
                <a:spcBef>
                  <a:spcPct val="0"/>
                </a:spcBef>
              </a:pPr>
              <a:endParaRPr/>
            </a:p>
          </p:txBody>
        </p:sp>
      </p:grpSp>
      <p:grpSp>
        <p:nvGrpSpPr>
          <p:cNvPr id="35" name="Group 35"/>
          <p:cNvGrpSpPr/>
          <p:nvPr/>
        </p:nvGrpSpPr>
        <p:grpSpPr>
          <a:xfrm>
            <a:off x="1028700" y="5590698"/>
            <a:ext cx="6655748" cy="3325395"/>
            <a:chOff x="0" y="0"/>
            <a:chExt cx="8459470" cy="4226584"/>
          </a:xfrm>
        </p:grpSpPr>
        <p:sp>
          <p:nvSpPr>
            <p:cNvPr id="36" name="Freeform 36"/>
            <p:cNvSpPr/>
            <p:nvPr/>
          </p:nvSpPr>
          <p:spPr>
            <a:xfrm>
              <a:off x="0" y="0"/>
              <a:ext cx="8459470" cy="4225175"/>
            </a:xfrm>
            <a:custGeom>
              <a:avLst/>
              <a:gdLst/>
              <a:ahLst/>
              <a:cxnLst/>
              <a:rect l="l" t="t" r="r" b="b"/>
              <a:pathLst>
                <a:path w="8459470" h="4225175">
                  <a:moveTo>
                    <a:pt x="458470" y="0"/>
                  </a:moveTo>
                  <a:lnTo>
                    <a:pt x="8001000" y="0"/>
                  </a:lnTo>
                  <a:cubicBezTo>
                    <a:pt x="8255000" y="0"/>
                    <a:pt x="8459470" y="228236"/>
                    <a:pt x="8459470" y="508599"/>
                  </a:cubicBezTo>
                  <a:lnTo>
                    <a:pt x="8459470" y="2573990"/>
                  </a:lnTo>
                  <a:cubicBezTo>
                    <a:pt x="8459470" y="2719102"/>
                    <a:pt x="8403590" y="2858580"/>
                    <a:pt x="8304530" y="2954382"/>
                  </a:cubicBezTo>
                  <a:lnTo>
                    <a:pt x="7141210" y="4096969"/>
                  </a:lnTo>
                  <a:cubicBezTo>
                    <a:pt x="7057390" y="4180091"/>
                    <a:pt x="6949440" y="4225175"/>
                    <a:pt x="6836410" y="4225175"/>
                  </a:cubicBezTo>
                  <a:lnTo>
                    <a:pt x="3760470" y="4225175"/>
                  </a:lnTo>
                  <a:cubicBezTo>
                    <a:pt x="3506470" y="4225175"/>
                    <a:pt x="3302000" y="3996939"/>
                    <a:pt x="3302000" y="3716576"/>
                  </a:cubicBezTo>
                  <a:lnTo>
                    <a:pt x="3302000" y="3579916"/>
                  </a:lnTo>
                  <a:cubicBezTo>
                    <a:pt x="3302000" y="3298144"/>
                    <a:pt x="3096260" y="3071318"/>
                    <a:pt x="2843530" y="3071318"/>
                  </a:cubicBezTo>
                  <a:lnTo>
                    <a:pt x="458470" y="3071318"/>
                  </a:lnTo>
                  <a:cubicBezTo>
                    <a:pt x="205740" y="3071318"/>
                    <a:pt x="0" y="2843082"/>
                    <a:pt x="0" y="2562719"/>
                  </a:cubicBezTo>
                  <a:lnTo>
                    <a:pt x="0" y="508599"/>
                  </a:lnTo>
                  <a:cubicBezTo>
                    <a:pt x="0" y="228236"/>
                    <a:pt x="205740" y="0"/>
                    <a:pt x="458470" y="0"/>
                  </a:cubicBezTo>
                  <a:close/>
                </a:path>
              </a:pathLst>
            </a:custGeom>
            <a:blipFill>
              <a:blip r:embed="rId7"/>
              <a:stretch>
                <a:fillRect t="-6242" b="-6242"/>
              </a:stretch>
            </a:blipFill>
          </p:spPr>
          <p:txBody>
            <a:bodyPr/>
            <a:lstStyle/>
            <a:p>
              <a:endParaRPr lang="en-GB"/>
            </a:p>
          </p:txBody>
        </p:sp>
      </p:grpSp>
      <p:sp>
        <p:nvSpPr>
          <p:cNvPr id="37" name="TextBox 37"/>
          <p:cNvSpPr txBox="1"/>
          <p:nvPr/>
        </p:nvSpPr>
        <p:spPr>
          <a:xfrm>
            <a:off x="953562" y="1442053"/>
            <a:ext cx="6658318" cy="2467610"/>
          </a:xfrm>
          <a:prstGeom prst="rect">
            <a:avLst/>
          </a:prstGeom>
        </p:spPr>
        <p:txBody>
          <a:bodyPr lIns="0" tIns="0" rIns="0" bIns="0" rtlCol="0" anchor="t">
            <a:spAutoFit/>
          </a:bodyPr>
          <a:lstStyle/>
          <a:p>
            <a:pPr algn="l">
              <a:lnSpc>
                <a:spcPts val="6399"/>
              </a:lnSpc>
            </a:pPr>
            <a:r>
              <a:rPr lang="en-US" sz="6399">
                <a:solidFill>
                  <a:srgbClr val="0B132B"/>
                </a:solidFill>
                <a:latin typeface="Rubik One"/>
                <a:ea typeface="Rubik One"/>
                <a:cs typeface="Rubik One"/>
                <a:sym typeface="Rubik One"/>
              </a:rPr>
              <a:t>FUTURE TRENDS &amp; INNOVATIONS</a:t>
            </a:r>
          </a:p>
        </p:txBody>
      </p:sp>
      <p:sp>
        <p:nvSpPr>
          <p:cNvPr id="38" name="TextBox 38"/>
          <p:cNvSpPr txBox="1"/>
          <p:nvPr/>
        </p:nvSpPr>
        <p:spPr>
          <a:xfrm>
            <a:off x="1353022" y="754961"/>
            <a:ext cx="2381625" cy="273739"/>
          </a:xfrm>
          <a:prstGeom prst="rect">
            <a:avLst/>
          </a:prstGeom>
        </p:spPr>
        <p:txBody>
          <a:bodyPr lIns="0" tIns="0" rIns="0" bIns="0" rtlCol="0" anchor="t">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Larana Electric Car</a:t>
            </a:r>
          </a:p>
        </p:txBody>
      </p:sp>
      <p:sp>
        <p:nvSpPr>
          <p:cNvPr id="39" name="TextBox 39"/>
          <p:cNvSpPr txBox="1"/>
          <p:nvPr/>
        </p:nvSpPr>
        <p:spPr>
          <a:xfrm>
            <a:off x="1028700" y="3976428"/>
            <a:ext cx="6111094" cy="1102096"/>
          </a:xfrm>
          <a:prstGeom prst="rect">
            <a:avLst/>
          </a:prstGeom>
        </p:spPr>
        <p:txBody>
          <a:bodyPr lIns="0" tIns="0" rIns="0" bIns="0" rtlCol="0" anchor="t">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turpis nec turpis aliquam varius eget in elit. Nulla quis ex nisi. Integer a convallis lacus, id</a:t>
            </a:r>
          </a:p>
        </p:txBody>
      </p:sp>
      <p:sp>
        <p:nvSpPr>
          <p:cNvPr id="40" name="TextBox 40"/>
          <p:cNvSpPr txBox="1"/>
          <p:nvPr/>
        </p:nvSpPr>
        <p:spPr>
          <a:xfrm>
            <a:off x="11444311" y="2148304"/>
            <a:ext cx="5363646" cy="448310"/>
          </a:xfrm>
          <a:prstGeom prst="rect">
            <a:avLst/>
          </a:prstGeom>
        </p:spPr>
        <p:txBody>
          <a:bodyPr lIns="0" tIns="0" rIns="0" bIns="0" rtlCol="0" anchor="t">
            <a:spAutoFit/>
          </a:bodyPr>
          <a:lstStyle/>
          <a:p>
            <a:pPr algn="l">
              <a:lnSpc>
                <a:spcPts val="3399"/>
              </a:lnSpc>
            </a:pPr>
            <a:r>
              <a:rPr lang="en-US" sz="3399">
                <a:solidFill>
                  <a:srgbClr val="FFFFFF"/>
                </a:solidFill>
                <a:latin typeface="Rubik One"/>
                <a:ea typeface="Rubik One"/>
                <a:cs typeface="Rubik One"/>
                <a:sym typeface="Rubik One"/>
              </a:rPr>
              <a:t>Adaptation</a:t>
            </a:r>
          </a:p>
        </p:txBody>
      </p:sp>
      <p:sp>
        <p:nvSpPr>
          <p:cNvPr id="41" name="TextBox 41"/>
          <p:cNvSpPr txBox="1"/>
          <p:nvPr/>
        </p:nvSpPr>
        <p:spPr>
          <a:xfrm>
            <a:off x="11444311" y="6435828"/>
            <a:ext cx="4192549" cy="448310"/>
          </a:xfrm>
          <a:prstGeom prst="rect">
            <a:avLst/>
          </a:prstGeom>
        </p:spPr>
        <p:txBody>
          <a:bodyPr lIns="0" tIns="0" rIns="0" bIns="0" rtlCol="0" anchor="t">
            <a:spAutoFit/>
          </a:bodyPr>
          <a:lstStyle/>
          <a:p>
            <a:pPr algn="l">
              <a:lnSpc>
                <a:spcPts val="3399"/>
              </a:lnSpc>
            </a:pPr>
            <a:r>
              <a:rPr lang="en-US" sz="3399">
                <a:solidFill>
                  <a:srgbClr val="FFFFFF"/>
                </a:solidFill>
                <a:latin typeface="Rubik One"/>
                <a:ea typeface="Rubik One"/>
                <a:cs typeface="Rubik One"/>
                <a:sym typeface="Rubik One"/>
              </a:rPr>
              <a:t>Infrastructure</a:t>
            </a:r>
          </a:p>
        </p:txBody>
      </p:sp>
      <p:sp>
        <p:nvSpPr>
          <p:cNvPr id="42" name="TextBox 42"/>
          <p:cNvSpPr txBox="1"/>
          <p:nvPr/>
        </p:nvSpPr>
        <p:spPr>
          <a:xfrm>
            <a:off x="11444311" y="2624595"/>
            <a:ext cx="5363646" cy="825937"/>
          </a:xfrm>
          <a:prstGeom prst="rect">
            <a:avLst/>
          </a:prstGeom>
        </p:spPr>
        <p:txBody>
          <a:bodyPr lIns="0" tIns="0" rIns="0" bIns="0" rtlCol="0" anchor="t">
            <a:spAutoFit/>
          </a:bodyPr>
          <a:lstStyle/>
          <a:p>
            <a:pPr algn="l">
              <a:lnSpc>
                <a:spcPts val="2239"/>
              </a:lnSpc>
            </a:pPr>
            <a:r>
              <a:rPr lang="en-US" sz="1599" spc="39">
                <a:solidFill>
                  <a:srgbClr val="FFFFFF"/>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turpis</a:t>
            </a:r>
          </a:p>
        </p:txBody>
      </p:sp>
      <p:sp>
        <p:nvSpPr>
          <p:cNvPr id="43" name="TextBox 43"/>
          <p:cNvSpPr txBox="1"/>
          <p:nvPr/>
        </p:nvSpPr>
        <p:spPr>
          <a:xfrm>
            <a:off x="11444311" y="6912118"/>
            <a:ext cx="5363646" cy="825937"/>
          </a:xfrm>
          <a:prstGeom prst="rect">
            <a:avLst/>
          </a:prstGeom>
        </p:spPr>
        <p:txBody>
          <a:bodyPr lIns="0" tIns="0" rIns="0" bIns="0" rtlCol="0" anchor="t">
            <a:spAutoFit/>
          </a:bodyPr>
          <a:lstStyle/>
          <a:p>
            <a:pPr algn="l">
              <a:lnSpc>
                <a:spcPts val="2239"/>
              </a:lnSpc>
            </a:pPr>
            <a:r>
              <a:rPr lang="en-US" sz="1599" spc="39">
                <a:solidFill>
                  <a:srgbClr val="FFFFFF"/>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turpis</a:t>
            </a:r>
          </a:p>
        </p:txBody>
      </p:sp>
      <p:grpSp>
        <p:nvGrpSpPr>
          <p:cNvPr id="44" name="Group 44"/>
          <p:cNvGrpSpPr/>
          <p:nvPr/>
        </p:nvGrpSpPr>
        <p:grpSpPr>
          <a:xfrm rot="-5400000">
            <a:off x="2081859" y="7424637"/>
            <a:ext cx="557808" cy="2091367"/>
            <a:chOff x="0" y="0"/>
            <a:chExt cx="146912" cy="550813"/>
          </a:xfrm>
        </p:grpSpPr>
        <p:sp>
          <p:nvSpPr>
            <p:cNvPr id="45" name="Freeform 45"/>
            <p:cNvSpPr/>
            <p:nvPr/>
          </p:nvSpPr>
          <p:spPr>
            <a:xfrm>
              <a:off x="0" y="0"/>
              <a:ext cx="146912" cy="550813"/>
            </a:xfrm>
            <a:custGeom>
              <a:avLst/>
              <a:gdLst/>
              <a:ahLst/>
              <a:cxnLst/>
              <a:rect l="l" t="t" r="r" b="b"/>
              <a:pathLst>
                <a:path w="146912" h="550813">
                  <a:moveTo>
                    <a:pt x="73456" y="0"/>
                  </a:moveTo>
                  <a:lnTo>
                    <a:pt x="73456" y="0"/>
                  </a:lnTo>
                  <a:cubicBezTo>
                    <a:pt x="114025" y="0"/>
                    <a:pt x="146912" y="32887"/>
                    <a:pt x="146912" y="73456"/>
                  </a:cubicBezTo>
                  <a:lnTo>
                    <a:pt x="146912" y="477357"/>
                  </a:lnTo>
                  <a:cubicBezTo>
                    <a:pt x="146912" y="517925"/>
                    <a:pt x="114025" y="550813"/>
                    <a:pt x="73456" y="550813"/>
                  </a:cubicBezTo>
                  <a:lnTo>
                    <a:pt x="73456" y="550813"/>
                  </a:lnTo>
                  <a:cubicBezTo>
                    <a:pt x="32887" y="550813"/>
                    <a:pt x="0" y="517925"/>
                    <a:pt x="0" y="477357"/>
                  </a:cubicBezTo>
                  <a:lnTo>
                    <a:pt x="0" y="73456"/>
                  </a:lnTo>
                  <a:cubicBezTo>
                    <a:pt x="0" y="32887"/>
                    <a:pt x="32887" y="0"/>
                    <a:pt x="73456" y="0"/>
                  </a:cubicBezTo>
                  <a:close/>
                </a:path>
              </a:pathLst>
            </a:custGeom>
            <a:solidFill>
              <a:srgbClr val="00B58F"/>
            </a:solidFill>
          </p:spPr>
          <p:txBody>
            <a:bodyPr/>
            <a:lstStyle/>
            <a:p>
              <a:endParaRPr lang="en-GB"/>
            </a:p>
          </p:txBody>
        </p:sp>
        <p:sp>
          <p:nvSpPr>
            <p:cNvPr id="46" name="TextBox 46"/>
            <p:cNvSpPr txBox="1"/>
            <p:nvPr/>
          </p:nvSpPr>
          <p:spPr>
            <a:xfrm>
              <a:off x="0" y="-38100"/>
              <a:ext cx="146912" cy="588913"/>
            </a:xfrm>
            <a:prstGeom prst="rect">
              <a:avLst/>
            </a:prstGeom>
          </p:spPr>
          <p:txBody>
            <a:bodyPr lIns="50800" tIns="50800" rIns="50800" bIns="50800" rtlCol="0" anchor="ctr"/>
            <a:lstStyle/>
            <a:p>
              <a:pPr algn="ctr">
                <a:lnSpc>
                  <a:spcPts val="2659"/>
                </a:lnSpc>
              </a:pPr>
              <a:endParaRPr/>
            </a:p>
          </p:txBody>
        </p:sp>
      </p:grpSp>
      <p:sp>
        <p:nvSpPr>
          <p:cNvPr id="47" name="TextBox 47"/>
          <p:cNvSpPr txBox="1"/>
          <p:nvPr/>
        </p:nvSpPr>
        <p:spPr>
          <a:xfrm>
            <a:off x="14877675" y="9322533"/>
            <a:ext cx="2381625" cy="240665"/>
          </a:xfrm>
          <a:prstGeom prst="rect">
            <a:avLst/>
          </a:prstGeom>
        </p:spPr>
        <p:txBody>
          <a:bodyPr lIns="0" tIns="0" rIns="0" bIns="0" rtlCol="0" anchor="t">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- 07</a:t>
            </a:r>
          </a:p>
        </p:txBody>
      </p:sp>
      <p:grpSp>
        <p:nvGrpSpPr>
          <p:cNvPr id="48" name="Group 48"/>
          <p:cNvGrpSpPr/>
          <p:nvPr/>
        </p:nvGrpSpPr>
        <p:grpSpPr>
          <a:xfrm>
            <a:off x="11502671" y="9960324"/>
            <a:ext cx="9960587" cy="1142074"/>
            <a:chOff x="0" y="0"/>
            <a:chExt cx="2572779" cy="294993"/>
          </a:xfrm>
        </p:grpSpPr>
        <p:sp>
          <p:nvSpPr>
            <p:cNvPr id="49" name="Freeform 49"/>
            <p:cNvSpPr/>
            <p:nvPr/>
          </p:nvSpPr>
          <p:spPr>
            <a:xfrm>
              <a:off x="0" y="0"/>
              <a:ext cx="2572779" cy="294993"/>
            </a:xfrm>
            <a:custGeom>
              <a:avLst/>
              <a:gdLst/>
              <a:ahLst/>
              <a:cxnLst/>
              <a:rect l="l" t="t" r="r" b="b"/>
              <a:pathLst>
                <a:path w="2572779" h="294993">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txBody>
            <a:bodyPr/>
            <a:lstStyle/>
            <a:p>
              <a:endParaRPr lang="en-GB"/>
            </a:p>
          </p:txBody>
        </p:sp>
        <p:sp>
          <p:nvSpPr>
            <p:cNvPr id="50" name="TextBox 50"/>
            <p:cNvSpPr txBox="1"/>
            <p:nvPr/>
          </p:nvSpPr>
          <p:spPr>
            <a:xfrm>
              <a:off x="0" y="-38100"/>
              <a:ext cx="2572779" cy="333093"/>
            </a:xfrm>
            <a:prstGeom prst="rect">
              <a:avLst/>
            </a:prstGeom>
          </p:spPr>
          <p:txBody>
            <a:bodyPr lIns="50800" tIns="50800" rIns="50800" bIns="50800" rtlCol="0" anchor="ctr"/>
            <a:lstStyle/>
            <a:p>
              <a:pPr algn="ctr">
                <a:lnSpc>
                  <a:spcPts val="2659"/>
                </a:lnSpc>
                <a:spcBef>
                  <a:spcPct val="0"/>
                </a:spcBef>
              </a:pPr>
              <a:endParaRPr/>
            </a:p>
          </p:txBody>
        </p:sp>
      </p:grpSp>
      <p:grpSp>
        <p:nvGrpSpPr>
          <p:cNvPr id="51" name="Group 51"/>
          <p:cNvGrpSpPr/>
          <p:nvPr/>
        </p:nvGrpSpPr>
        <p:grpSpPr>
          <a:xfrm>
            <a:off x="-5959063" y="-784283"/>
            <a:ext cx="11785120" cy="1142074"/>
            <a:chOff x="0" y="0"/>
            <a:chExt cx="3044048" cy="294993"/>
          </a:xfrm>
        </p:grpSpPr>
        <p:sp>
          <p:nvSpPr>
            <p:cNvPr id="52" name="Freeform 52"/>
            <p:cNvSpPr/>
            <p:nvPr/>
          </p:nvSpPr>
          <p:spPr>
            <a:xfrm>
              <a:off x="0" y="0"/>
              <a:ext cx="3044048" cy="294993"/>
            </a:xfrm>
            <a:custGeom>
              <a:avLst/>
              <a:gdLst/>
              <a:ahLst/>
              <a:cxnLst/>
              <a:rect l="l" t="t" r="r" b="b"/>
              <a:pathLst>
                <a:path w="3044048" h="294993">
                  <a:moveTo>
                    <a:pt x="39415" y="0"/>
                  </a:moveTo>
                  <a:lnTo>
                    <a:pt x="3004633" y="0"/>
                  </a:lnTo>
                  <a:cubicBezTo>
                    <a:pt x="3026402" y="0"/>
                    <a:pt x="3044048" y="17647"/>
                    <a:pt x="3044048" y="39415"/>
                  </a:cubicBezTo>
                  <a:lnTo>
                    <a:pt x="3044048" y="255578"/>
                  </a:lnTo>
                  <a:cubicBezTo>
                    <a:pt x="3044048" y="277346"/>
                    <a:pt x="3026402" y="294993"/>
                    <a:pt x="3004633" y="294993"/>
                  </a:cubicBezTo>
                  <a:lnTo>
                    <a:pt x="39415" y="294993"/>
                  </a:lnTo>
                  <a:cubicBezTo>
                    <a:pt x="17647" y="294993"/>
                    <a:pt x="0" y="277346"/>
                    <a:pt x="0" y="255578"/>
                  </a:cubicBezTo>
                  <a:lnTo>
                    <a:pt x="0" y="39415"/>
                  </a:lnTo>
                  <a:cubicBezTo>
                    <a:pt x="0" y="17647"/>
                    <a:pt x="17647" y="0"/>
                    <a:pt x="39415" y="0"/>
                  </a:cubicBezTo>
                  <a:close/>
                </a:path>
              </a:pathLst>
            </a:custGeom>
            <a:ln w="19050" cap="rnd">
              <a:solidFill>
                <a:srgbClr val="00B58F"/>
              </a:solidFill>
              <a:prstDash val="solid"/>
              <a:round/>
            </a:ln>
          </p:spPr>
          <p:txBody>
            <a:bodyPr/>
            <a:lstStyle/>
            <a:p>
              <a:endParaRPr lang="en-GB"/>
            </a:p>
          </p:txBody>
        </p:sp>
        <p:sp>
          <p:nvSpPr>
            <p:cNvPr id="53" name="TextBox 53"/>
            <p:cNvSpPr txBox="1"/>
            <p:nvPr/>
          </p:nvSpPr>
          <p:spPr>
            <a:xfrm>
              <a:off x="0" y="-38100"/>
              <a:ext cx="3044048" cy="333093"/>
            </a:xfrm>
            <a:prstGeom prst="rect">
              <a:avLst/>
            </a:prstGeom>
          </p:spPr>
          <p:txBody>
            <a:bodyPr lIns="50800" tIns="50800" rIns="50800" bIns="50800" rtlCol="0" anchor="ctr"/>
            <a:lstStyle/>
            <a:p>
              <a:pPr algn="ctr">
                <a:lnSpc>
                  <a:spcPts val="2659"/>
                </a:lnSpc>
                <a:spcBef>
                  <a:spcPct val="0"/>
                </a:spcBef>
              </a:pPr>
              <a:endParaRPr/>
            </a:p>
          </p:txBody>
        </p:sp>
      </p:grpSp>
      <p:sp>
        <p:nvSpPr>
          <p:cNvPr id="54" name="Freeform 54"/>
          <p:cNvSpPr/>
          <p:nvPr/>
        </p:nvSpPr>
        <p:spPr>
          <a:xfrm>
            <a:off x="12249056" y="7878714"/>
            <a:ext cx="344713" cy="278904"/>
          </a:xfrm>
          <a:custGeom>
            <a:avLst/>
            <a:gdLst/>
            <a:ahLst/>
            <a:cxnLst/>
            <a:rect l="l" t="t" r="r" b="b"/>
            <a:pathLst>
              <a:path w="344713" h="278904">
                <a:moveTo>
                  <a:pt x="0" y="0"/>
                </a:moveTo>
                <a:lnTo>
                  <a:pt x="344713" y="0"/>
                </a:lnTo>
                <a:lnTo>
                  <a:pt x="344713" y="278904"/>
                </a:lnTo>
                <a:lnTo>
                  <a:pt x="0" y="27890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DF6F9"/>
        </a:solidFill>
        <a:effectLst/>
      </p:bgPr>
    </p:bg>
    <p:spTree>
      <p:nvGrpSpPr>
        <p:cNvPr id="1" name=""/>
        <p:cNvGrpSpPr/>
        <p:nvPr/>
      </p:nvGrpSpPr>
      <p:grpSpPr>
        <a:xfrm>
          <a:off x="0" y="0"/>
          <a:ext cx="0" cy="0"/>
          <a:chOff x="0" y="0"/>
          <a:chExt cx="0" cy="0"/>
        </a:xfrm>
      </p:grpSpPr>
      <p:sp>
        <p:nvSpPr>
          <p:cNvPr id="2" name="Freeform 2"/>
          <p:cNvSpPr/>
          <p:nvPr/>
        </p:nvSpPr>
        <p:spPr>
          <a:xfrm>
            <a:off x="1028700" y="808637"/>
            <a:ext cx="229386" cy="182674"/>
          </a:xfrm>
          <a:custGeom>
            <a:avLst/>
            <a:gdLst/>
            <a:ahLst/>
            <a:cxnLst/>
            <a:rect l="l" t="t" r="r" b="b"/>
            <a:pathLst>
              <a:path w="229386" h="182674">
                <a:moveTo>
                  <a:pt x="0" y="0"/>
                </a:moveTo>
                <a:lnTo>
                  <a:pt x="229386" y="0"/>
                </a:lnTo>
                <a:lnTo>
                  <a:pt x="229386" y="182675"/>
                </a:lnTo>
                <a:lnTo>
                  <a:pt x="0" y="18267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GB"/>
          </a:p>
        </p:txBody>
      </p:sp>
      <p:grpSp>
        <p:nvGrpSpPr>
          <p:cNvPr id="3" name="Group 3"/>
          <p:cNvGrpSpPr/>
          <p:nvPr/>
        </p:nvGrpSpPr>
        <p:grpSpPr>
          <a:xfrm>
            <a:off x="1028700" y="2614263"/>
            <a:ext cx="10540881" cy="738552"/>
            <a:chOff x="0" y="0"/>
            <a:chExt cx="2722667" cy="190765"/>
          </a:xfrm>
        </p:grpSpPr>
        <p:sp>
          <p:nvSpPr>
            <p:cNvPr id="4" name="Freeform 4"/>
            <p:cNvSpPr/>
            <p:nvPr/>
          </p:nvSpPr>
          <p:spPr>
            <a:xfrm>
              <a:off x="0" y="0"/>
              <a:ext cx="2722667" cy="190765"/>
            </a:xfrm>
            <a:custGeom>
              <a:avLst/>
              <a:gdLst/>
              <a:ahLst/>
              <a:cxnLst/>
              <a:rect l="l" t="t" r="r" b="b"/>
              <a:pathLst>
                <a:path w="2722667" h="190765">
                  <a:moveTo>
                    <a:pt x="7345" y="0"/>
                  </a:moveTo>
                  <a:lnTo>
                    <a:pt x="2715322" y="0"/>
                  </a:lnTo>
                  <a:cubicBezTo>
                    <a:pt x="2719378" y="0"/>
                    <a:pt x="2722667" y="3288"/>
                    <a:pt x="2722667" y="7345"/>
                  </a:cubicBezTo>
                  <a:lnTo>
                    <a:pt x="2722667" y="183420"/>
                  </a:lnTo>
                  <a:cubicBezTo>
                    <a:pt x="2722667" y="187477"/>
                    <a:pt x="2719378" y="190765"/>
                    <a:pt x="2715322" y="190765"/>
                  </a:cubicBezTo>
                  <a:lnTo>
                    <a:pt x="7345" y="190765"/>
                  </a:lnTo>
                  <a:cubicBezTo>
                    <a:pt x="3288" y="190765"/>
                    <a:pt x="0" y="187477"/>
                    <a:pt x="0" y="183420"/>
                  </a:cubicBezTo>
                  <a:lnTo>
                    <a:pt x="0" y="7345"/>
                  </a:lnTo>
                  <a:cubicBezTo>
                    <a:pt x="0" y="3288"/>
                    <a:pt x="3288" y="0"/>
                    <a:pt x="7345" y="0"/>
                  </a:cubicBezTo>
                  <a:close/>
                </a:path>
              </a:pathLst>
            </a:custGeom>
            <a:solidFill>
              <a:srgbClr val="00B58F"/>
            </a:solidFill>
            <a:ln cap="sq">
              <a:noFill/>
              <a:prstDash val="solid"/>
              <a:miter/>
            </a:ln>
          </p:spPr>
          <p:txBody>
            <a:bodyPr/>
            <a:lstStyle/>
            <a:p>
              <a:endParaRPr lang="en-GB"/>
            </a:p>
          </p:txBody>
        </p:sp>
        <p:sp>
          <p:nvSpPr>
            <p:cNvPr id="5" name="TextBox 5"/>
            <p:cNvSpPr txBox="1"/>
            <p:nvPr/>
          </p:nvSpPr>
          <p:spPr>
            <a:xfrm>
              <a:off x="0" y="-38100"/>
              <a:ext cx="2722667" cy="22886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028700" y="4798235"/>
            <a:ext cx="10540881" cy="738552"/>
            <a:chOff x="0" y="0"/>
            <a:chExt cx="2722667" cy="190765"/>
          </a:xfrm>
        </p:grpSpPr>
        <p:sp>
          <p:nvSpPr>
            <p:cNvPr id="7" name="Freeform 7"/>
            <p:cNvSpPr/>
            <p:nvPr/>
          </p:nvSpPr>
          <p:spPr>
            <a:xfrm>
              <a:off x="0" y="0"/>
              <a:ext cx="2722667" cy="190765"/>
            </a:xfrm>
            <a:custGeom>
              <a:avLst/>
              <a:gdLst/>
              <a:ahLst/>
              <a:cxnLst/>
              <a:rect l="l" t="t" r="r" b="b"/>
              <a:pathLst>
                <a:path w="2722667" h="190765">
                  <a:moveTo>
                    <a:pt x="7345" y="0"/>
                  </a:moveTo>
                  <a:lnTo>
                    <a:pt x="2715322" y="0"/>
                  </a:lnTo>
                  <a:cubicBezTo>
                    <a:pt x="2719378" y="0"/>
                    <a:pt x="2722667" y="3288"/>
                    <a:pt x="2722667" y="7345"/>
                  </a:cubicBezTo>
                  <a:lnTo>
                    <a:pt x="2722667" y="183420"/>
                  </a:lnTo>
                  <a:cubicBezTo>
                    <a:pt x="2722667" y="187477"/>
                    <a:pt x="2719378" y="190765"/>
                    <a:pt x="2715322" y="190765"/>
                  </a:cubicBezTo>
                  <a:lnTo>
                    <a:pt x="7345" y="190765"/>
                  </a:lnTo>
                  <a:cubicBezTo>
                    <a:pt x="3288" y="190765"/>
                    <a:pt x="0" y="187477"/>
                    <a:pt x="0" y="183420"/>
                  </a:cubicBezTo>
                  <a:lnTo>
                    <a:pt x="0" y="7345"/>
                  </a:lnTo>
                  <a:cubicBezTo>
                    <a:pt x="0" y="3288"/>
                    <a:pt x="3288" y="0"/>
                    <a:pt x="7345" y="0"/>
                  </a:cubicBezTo>
                  <a:close/>
                </a:path>
              </a:pathLst>
            </a:custGeom>
            <a:solidFill>
              <a:srgbClr val="00B58F"/>
            </a:solidFill>
            <a:ln cap="sq">
              <a:noFill/>
              <a:prstDash val="solid"/>
              <a:miter/>
            </a:ln>
          </p:spPr>
          <p:txBody>
            <a:bodyPr/>
            <a:lstStyle/>
            <a:p>
              <a:endParaRPr lang="en-GB"/>
            </a:p>
          </p:txBody>
        </p:sp>
        <p:sp>
          <p:nvSpPr>
            <p:cNvPr id="8" name="TextBox 8"/>
            <p:cNvSpPr txBox="1"/>
            <p:nvPr/>
          </p:nvSpPr>
          <p:spPr>
            <a:xfrm>
              <a:off x="0" y="-38100"/>
              <a:ext cx="2722667" cy="228865"/>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028700" y="6982207"/>
            <a:ext cx="10540881" cy="738552"/>
            <a:chOff x="0" y="0"/>
            <a:chExt cx="2722667" cy="190765"/>
          </a:xfrm>
        </p:grpSpPr>
        <p:sp>
          <p:nvSpPr>
            <p:cNvPr id="10" name="Freeform 10"/>
            <p:cNvSpPr/>
            <p:nvPr/>
          </p:nvSpPr>
          <p:spPr>
            <a:xfrm>
              <a:off x="0" y="0"/>
              <a:ext cx="2722667" cy="190765"/>
            </a:xfrm>
            <a:custGeom>
              <a:avLst/>
              <a:gdLst/>
              <a:ahLst/>
              <a:cxnLst/>
              <a:rect l="l" t="t" r="r" b="b"/>
              <a:pathLst>
                <a:path w="2722667" h="190765">
                  <a:moveTo>
                    <a:pt x="7345" y="0"/>
                  </a:moveTo>
                  <a:lnTo>
                    <a:pt x="2715322" y="0"/>
                  </a:lnTo>
                  <a:cubicBezTo>
                    <a:pt x="2719378" y="0"/>
                    <a:pt x="2722667" y="3288"/>
                    <a:pt x="2722667" y="7345"/>
                  </a:cubicBezTo>
                  <a:lnTo>
                    <a:pt x="2722667" y="183420"/>
                  </a:lnTo>
                  <a:cubicBezTo>
                    <a:pt x="2722667" y="187477"/>
                    <a:pt x="2719378" y="190765"/>
                    <a:pt x="2715322" y="190765"/>
                  </a:cubicBezTo>
                  <a:lnTo>
                    <a:pt x="7345" y="190765"/>
                  </a:lnTo>
                  <a:cubicBezTo>
                    <a:pt x="3288" y="190765"/>
                    <a:pt x="0" y="187477"/>
                    <a:pt x="0" y="183420"/>
                  </a:cubicBezTo>
                  <a:lnTo>
                    <a:pt x="0" y="7345"/>
                  </a:lnTo>
                  <a:cubicBezTo>
                    <a:pt x="0" y="3288"/>
                    <a:pt x="3288" y="0"/>
                    <a:pt x="7345" y="0"/>
                  </a:cubicBezTo>
                  <a:close/>
                </a:path>
              </a:pathLst>
            </a:custGeom>
            <a:solidFill>
              <a:srgbClr val="00B58F"/>
            </a:solidFill>
            <a:ln cap="sq">
              <a:noFill/>
              <a:prstDash val="solid"/>
              <a:miter/>
            </a:ln>
          </p:spPr>
          <p:txBody>
            <a:bodyPr/>
            <a:lstStyle/>
            <a:p>
              <a:endParaRPr lang="en-GB"/>
            </a:p>
          </p:txBody>
        </p:sp>
        <p:sp>
          <p:nvSpPr>
            <p:cNvPr id="11" name="TextBox 11"/>
            <p:cNvSpPr txBox="1"/>
            <p:nvPr/>
          </p:nvSpPr>
          <p:spPr>
            <a:xfrm>
              <a:off x="0" y="-38100"/>
              <a:ext cx="2722667" cy="228865"/>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rot="-10800000">
            <a:off x="10852314" y="2804564"/>
            <a:ext cx="533548" cy="466854"/>
            <a:chOff x="0" y="0"/>
            <a:chExt cx="812800" cy="711200"/>
          </a:xfrm>
        </p:grpSpPr>
        <p:sp>
          <p:nvSpPr>
            <p:cNvPr id="13" name="Freeform 13"/>
            <p:cNvSpPr/>
            <p:nvPr/>
          </p:nvSpPr>
          <p:spPr>
            <a:xfrm>
              <a:off x="60896" y="84206"/>
              <a:ext cx="691007" cy="626994"/>
            </a:xfrm>
            <a:custGeom>
              <a:avLst/>
              <a:gdLst/>
              <a:ahLst/>
              <a:cxnLst/>
              <a:rect l="l" t="t" r="r" b="b"/>
              <a:pathLst>
                <a:path w="691007" h="626994">
                  <a:moveTo>
                    <a:pt x="417495" y="41778"/>
                  </a:moveTo>
                  <a:lnTo>
                    <a:pt x="679913" y="501010"/>
                  </a:lnTo>
                  <a:cubicBezTo>
                    <a:pt x="694806" y="527072"/>
                    <a:pt x="694699" y="559091"/>
                    <a:pt x="679632" y="585053"/>
                  </a:cubicBezTo>
                  <a:cubicBezTo>
                    <a:pt x="664566" y="611015"/>
                    <a:pt x="636818" y="626994"/>
                    <a:pt x="606801" y="626994"/>
                  </a:cubicBezTo>
                  <a:lnTo>
                    <a:pt x="84207" y="626994"/>
                  </a:lnTo>
                  <a:cubicBezTo>
                    <a:pt x="54190" y="626994"/>
                    <a:pt x="26442" y="611015"/>
                    <a:pt x="11376" y="585053"/>
                  </a:cubicBezTo>
                  <a:cubicBezTo>
                    <a:pt x="-3691" y="559091"/>
                    <a:pt x="-3798" y="527072"/>
                    <a:pt x="11095" y="501010"/>
                  </a:cubicBezTo>
                  <a:lnTo>
                    <a:pt x="273513" y="41778"/>
                  </a:lnTo>
                  <a:cubicBezTo>
                    <a:pt x="288275" y="15944"/>
                    <a:pt x="315749" y="0"/>
                    <a:pt x="345504" y="0"/>
                  </a:cubicBezTo>
                  <a:cubicBezTo>
                    <a:pt x="375259" y="0"/>
                    <a:pt x="402733" y="15944"/>
                    <a:pt x="417495" y="41778"/>
                  </a:cubicBezTo>
                  <a:close/>
                </a:path>
              </a:pathLst>
            </a:custGeom>
            <a:solidFill>
              <a:srgbClr val="FFFFFF"/>
            </a:solidFill>
          </p:spPr>
          <p:txBody>
            <a:bodyPr/>
            <a:lstStyle/>
            <a:p>
              <a:endParaRPr lang="en-GB"/>
            </a:p>
          </p:txBody>
        </p:sp>
        <p:sp>
          <p:nvSpPr>
            <p:cNvPr id="14" name="TextBox 14"/>
            <p:cNvSpPr txBox="1"/>
            <p:nvPr/>
          </p:nvSpPr>
          <p:spPr>
            <a:xfrm>
              <a:off x="127000" y="292100"/>
              <a:ext cx="558800" cy="36830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rot="-10800000">
            <a:off x="10852314" y="4988536"/>
            <a:ext cx="533548" cy="466854"/>
            <a:chOff x="0" y="0"/>
            <a:chExt cx="812800" cy="711200"/>
          </a:xfrm>
        </p:grpSpPr>
        <p:sp>
          <p:nvSpPr>
            <p:cNvPr id="16" name="Freeform 16"/>
            <p:cNvSpPr/>
            <p:nvPr/>
          </p:nvSpPr>
          <p:spPr>
            <a:xfrm>
              <a:off x="60896" y="84206"/>
              <a:ext cx="691007" cy="626994"/>
            </a:xfrm>
            <a:custGeom>
              <a:avLst/>
              <a:gdLst/>
              <a:ahLst/>
              <a:cxnLst/>
              <a:rect l="l" t="t" r="r" b="b"/>
              <a:pathLst>
                <a:path w="691007" h="626994">
                  <a:moveTo>
                    <a:pt x="417495" y="41778"/>
                  </a:moveTo>
                  <a:lnTo>
                    <a:pt x="679913" y="501010"/>
                  </a:lnTo>
                  <a:cubicBezTo>
                    <a:pt x="694806" y="527072"/>
                    <a:pt x="694699" y="559091"/>
                    <a:pt x="679632" y="585053"/>
                  </a:cubicBezTo>
                  <a:cubicBezTo>
                    <a:pt x="664566" y="611015"/>
                    <a:pt x="636818" y="626994"/>
                    <a:pt x="606801" y="626994"/>
                  </a:cubicBezTo>
                  <a:lnTo>
                    <a:pt x="84207" y="626994"/>
                  </a:lnTo>
                  <a:cubicBezTo>
                    <a:pt x="54190" y="626994"/>
                    <a:pt x="26442" y="611015"/>
                    <a:pt x="11376" y="585053"/>
                  </a:cubicBezTo>
                  <a:cubicBezTo>
                    <a:pt x="-3691" y="559091"/>
                    <a:pt x="-3798" y="527072"/>
                    <a:pt x="11095" y="501010"/>
                  </a:cubicBezTo>
                  <a:lnTo>
                    <a:pt x="273513" y="41778"/>
                  </a:lnTo>
                  <a:cubicBezTo>
                    <a:pt x="288275" y="15944"/>
                    <a:pt x="315749" y="0"/>
                    <a:pt x="345504" y="0"/>
                  </a:cubicBezTo>
                  <a:cubicBezTo>
                    <a:pt x="375259" y="0"/>
                    <a:pt x="402733" y="15944"/>
                    <a:pt x="417495" y="41778"/>
                  </a:cubicBezTo>
                  <a:close/>
                </a:path>
              </a:pathLst>
            </a:custGeom>
            <a:solidFill>
              <a:srgbClr val="FFFFFF"/>
            </a:solidFill>
          </p:spPr>
          <p:txBody>
            <a:bodyPr/>
            <a:lstStyle/>
            <a:p>
              <a:endParaRPr lang="en-GB"/>
            </a:p>
          </p:txBody>
        </p:sp>
        <p:sp>
          <p:nvSpPr>
            <p:cNvPr id="17" name="TextBox 17"/>
            <p:cNvSpPr txBox="1"/>
            <p:nvPr/>
          </p:nvSpPr>
          <p:spPr>
            <a:xfrm>
              <a:off x="127000" y="292100"/>
              <a:ext cx="558800" cy="36830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rot="-10800000">
            <a:off x="10852314" y="7172509"/>
            <a:ext cx="533548" cy="466854"/>
            <a:chOff x="0" y="0"/>
            <a:chExt cx="812800" cy="711200"/>
          </a:xfrm>
        </p:grpSpPr>
        <p:sp>
          <p:nvSpPr>
            <p:cNvPr id="19" name="Freeform 19"/>
            <p:cNvSpPr/>
            <p:nvPr/>
          </p:nvSpPr>
          <p:spPr>
            <a:xfrm>
              <a:off x="60896" y="84206"/>
              <a:ext cx="691007" cy="626994"/>
            </a:xfrm>
            <a:custGeom>
              <a:avLst/>
              <a:gdLst/>
              <a:ahLst/>
              <a:cxnLst/>
              <a:rect l="l" t="t" r="r" b="b"/>
              <a:pathLst>
                <a:path w="691007" h="626994">
                  <a:moveTo>
                    <a:pt x="417495" y="41778"/>
                  </a:moveTo>
                  <a:lnTo>
                    <a:pt x="679913" y="501010"/>
                  </a:lnTo>
                  <a:cubicBezTo>
                    <a:pt x="694806" y="527072"/>
                    <a:pt x="694699" y="559091"/>
                    <a:pt x="679632" y="585053"/>
                  </a:cubicBezTo>
                  <a:cubicBezTo>
                    <a:pt x="664566" y="611015"/>
                    <a:pt x="636818" y="626994"/>
                    <a:pt x="606801" y="626994"/>
                  </a:cubicBezTo>
                  <a:lnTo>
                    <a:pt x="84207" y="626994"/>
                  </a:lnTo>
                  <a:cubicBezTo>
                    <a:pt x="54190" y="626994"/>
                    <a:pt x="26442" y="611015"/>
                    <a:pt x="11376" y="585053"/>
                  </a:cubicBezTo>
                  <a:cubicBezTo>
                    <a:pt x="-3691" y="559091"/>
                    <a:pt x="-3798" y="527072"/>
                    <a:pt x="11095" y="501010"/>
                  </a:cubicBezTo>
                  <a:lnTo>
                    <a:pt x="273513" y="41778"/>
                  </a:lnTo>
                  <a:cubicBezTo>
                    <a:pt x="288275" y="15944"/>
                    <a:pt x="315749" y="0"/>
                    <a:pt x="345504" y="0"/>
                  </a:cubicBezTo>
                  <a:cubicBezTo>
                    <a:pt x="375259" y="0"/>
                    <a:pt x="402733" y="15944"/>
                    <a:pt x="417495" y="41778"/>
                  </a:cubicBezTo>
                  <a:close/>
                </a:path>
              </a:pathLst>
            </a:custGeom>
            <a:solidFill>
              <a:srgbClr val="FFFFFF"/>
            </a:solidFill>
          </p:spPr>
          <p:txBody>
            <a:bodyPr/>
            <a:lstStyle/>
            <a:p>
              <a:endParaRPr lang="en-GB"/>
            </a:p>
          </p:txBody>
        </p:sp>
        <p:sp>
          <p:nvSpPr>
            <p:cNvPr id="20" name="TextBox 20"/>
            <p:cNvSpPr txBox="1"/>
            <p:nvPr/>
          </p:nvSpPr>
          <p:spPr>
            <a:xfrm>
              <a:off x="127000" y="292100"/>
              <a:ext cx="558800" cy="36830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12426731" y="3169056"/>
            <a:ext cx="3077979" cy="5545320"/>
            <a:chOff x="0" y="0"/>
            <a:chExt cx="795029" cy="1432334"/>
          </a:xfrm>
        </p:grpSpPr>
        <p:sp>
          <p:nvSpPr>
            <p:cNvPr id="22" name="Freeform 22"/>
            <p:cNvSpPr/>
            <p:nvPr/>
          </p:nvSpPr>
          <p:spPr>
            <a:xfrm>
              <a:off x="0" y="0"/>
              <a:ext cx="795030" cy="1432334"/>
            </a:xfrm>
            <a:custGeom>
              <a:avLst/>
              <a:gdLst/>
              <a:ahLst/>
              <a:cxnLst/>
              <a:rect l="l" t="t" r="r" b="b"/>
              <a:pathLst>
                <a:path w="795030" h="1432334">
                  <a:moveTo>
                    <a:pt x="150916" y="0"/>
                  </a:moveTo>
                  <a:lnTo>
                    <a:pt x="644114" y="0"/>
                  </a:lnTo>
                  <a:cubicBezTo>
                    <a:pt x="684139" y="0"/>
                    <a:pt x="722525" y="15900"/>
                    <a:pt x="750827" y="44202"/>
                  </a:cubicBezTo>
                  <a:cubicBezTo>
                    <a:pt x="779130" y="72504"/>
                    <a:pt x="795030" y="110890"/>
                    <a:pt x="795030" y="150916"/>
                  </a:cubicBezTo>
                  <a:lnTo>
                    <a:pt x="795030" y="1281418"/>
                  </a:lnTo>
                  <a:cubicBezTo>
                    <a:pt x="795030" y="1321443"/>
                    <a:pt x="779130" y="1359829"/>
                    <a:pt x="750827" y="1388131"/>
                  </a:cubicBezTo>
                  <a:cubicBezTo>
                    <a:pt x="722525" y="1416434"/>
                    <a:pt x="684139" y="1432334"/>
                    <a:pt x="644114" y="1432334"/>
                  </a:cubicBezTo>
                  <a:lnTo>
                    <a:pt x="150916" y="1432334"/>
                  </a:lnTo>
                  <a:cubicBezTo>
                    <a:pt x="110890" y="1432334"/>
                    <a:pt x="72504" y="1416434"/>
                    <a:pt x="44202" y="1388131"/>
                  </a:cubicBezTo>
                  <a:cubicBezTo>
                    <a:pt x="15900" y="1359829"/>
                    <a:pt x="0" y="1321443"/>
                    <a:pt x="0" y="1281418"/>
                  </a:cubicBezTo>
                  <a:lnTo>
                    <a:pt x="0" y="150916"/>
                  </a:lnTo>
                  <a:cubicBezTo>
                    <a:pt x="0" y="110890"/>
                    <a:pt x="15900" y="72504"/>
                    <a:pt x="44202" y="44202"/>
                  </a:cubicBezTo>
                  <a:cubicBezTo>
                    <a:pt x="72504" y="15900"/>
                    <a:pt x="110890" y="0"/>
                    <a:pt x="150916" y="0"/>
                  </a:cubicBezTo>
                  <a:close/>
                </a:path>
              </a:pathLst>
            </a:custGeom>
            <a:ln w="19050" cap="rnd">
              <a:solidFill>
                <a:srgbClr val="00B58F"/>
              </a:solidFill>
              <a:prstDash val="solid"/>
              <a:round/>
            </a:ln>
          </p:spPr>
          <p:txBody>
            <a:bodyPr/>
            <a:lstStyle/>
            <a:p>
              <a:endParaRPr lang="en-GB"/>
            </a:p>
          </p:txBody>
        </p:sp>
        <p:sp>
          <p:nvSpPr>
            <p:cNvPr id="23" name="TextBox 23"/>
            <p:cNvSpPr txBox="1"/>
            <p:nvPr/>
          </p:nvSpPr>
          <p:spPr>
            <a:xfrm>
              <a:off x="0" y="-38100"/>
              <a:ext cx="795029" cy="1470434"/>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12723348" y="2614263"/>
            <a:ext cx="3946558" cy="6644037"/>
            <a:chOff x="0" y="0"/>
            <a:chExt cx="3771900" cy="6350000"/>
          </a:xfrm>
        </p:grpSpPr>
        <p:sp>
          <p:nvSpPr>
            <p:cNvPr id="25" name="Freeform 25"/>
            <p:cNvSpPr/>
            <p:nvPr/>
          </p:nvSpPr>
          <p:spPr>
            <a:xfrm>
              <a:off x="0" y="0"/>
              <a:ext cx="3771900" cy="6349937"/>
            </a:xfrm>
            <a:custGeom>
              <a:avLst/>
              <a:gdLst/>
              <a:ahLst/>
              <a:cxnLst/>
              <a:rect l="l" t="t" r="r" b="b"/>
              <a:pathLst>
                <a:path w="3771900" h="6349937">
                  <a:moveTo>
                    <a:pt x="0" y="546100"/>
                  </a:moveTo>
                  <a:lnTo>
                    <a:pt x="0" y="3953510"/>
                  </a:lnTo>
                  <a:cubicBezTo>
                    <a:pt x="0" y="4132580"/>
                    <a:pt x="87630" y="4301490"/>
                    <a:pt x="236220" y="4403090"/>
                  </a:cubicBezTo>
                  <a:lnTo>
                    <a:pt x="2914650" y="6252210"/>
                  </a:lnTo>
                  <a:cubicBezTo>
                    <a:pt x="3276600" y="6502400"/>
                    <a:pt x="3771900" y="6243320"/>
                    <a:pt x="3771900" y="5802630"/>
                  </a:cubicBezTo>
                  <a:lnTo>
                    <a:pt x="3771900" y="546100"/>
                  </a:lnTo>
                  <a:cubicBezTo>
                    <a:pt x="3771900" y="243840"/>
                    <a:pt x="3526790" y="0"/>
                    <a:pt x="3225800" y="0"/>
                  </a:cubicBezTo>
                  <a:lnTo>
                    <a:pt x="546100" y="0"/>
                  </a:lnTo>
                  <a:cubicBezTo>
                    <a:pt x="245110" y="0"/>
                    <a:pt x="0" y="245110"/>
                    <a:pt x="0" y="546100"/>
                  </a:cubicBezTo>
                  <a:close/>
                </a:path>
              </a:pathLst>
            </a:custGeom>
            <a:blipFill>
              <a:blip r:embed="rId3"/>
              <a:stretch>
                <a:fillRect l="-45919" r="-17095" b="-29109"/>
              </a:stretch>
            </a:blipFill>
          </p:spPr>
          <p:txBody>
            <a:bodyPr/>
            <a:lstStyle/>
            <a:p>
              <a:endParaRPr lang="en-GB"/>
            </a:p>
          </p:txBody>
        </p:sp>
      </p:grpSp>
      <p:sp>
        <p:nvSpPr>
          <p:cNvPr id="26" name="TextBox 26"/>
          <p:cNvSpPr txBox="1"/>
          <p:nvPr/>
        </p:nvSpPr>
        <p:spPr>
          <a:xfrm>
            <a:off x="1353022" y="754961"/>
            <a:ext cx="2381625" cy="273739"/>
          </a:xfrm>
          <a:prstGeom prst="rect">
            <a:avLst/>
          </a:prstGeom>
        </p:spPr>
        <p:txBody>
          <a:bodyPr lIns="0" tIns="0" rIns="0" bIns="0" rtlCol="0" anchor="t">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Larana Electric Car</a:t>
            </a:r>
          </a:p>
        </p:txBody>
      </p:sp>
      <p:sp>
        <p:nvSpPr>
          <p:cNvPr id="27" name="TextBox 27"/>
          <p:cNvSpPr txBox="1"/>
          <p:nvPr/>
        </p:nvSpPr>
        <p:spPr>
          <a:xfrm>
            <a:off x="1353022" y="2766464"/>
            <a:ext cx="7117279" cy="405802"/>
          </a:xfrm>
          <a:prstGeom prst="rect">
            <a:avLst/>
          </a:prstGeom>
        </p:spPr>
        <p:txBody>
          <a:bodyPr lIns="0" tIns="0" rIns="0" bIns="0" rtlCol="0" anchor="t">
            <a:spAutoFit/>
          </a:bodyPr>
          <a:lstStyle/>
          <a:p>
            <a:pPr algn="l">
              <a:lnSpc>
                <a:spcPts val="3359"/>
              </a:lnSpc>
            </a:pPr>
            <a:r>
              <a:rPr lang="en-US" sz="2400" b="1" spc="60">
                <a:solidFill>
                  <a:srgbClr val="0B132B"/>
                </a:solidFill>
                <a:latin typeface="Bricolage Grotesque Bold"/>
                <a:ea typeface="Bricolage Grotesque Bold"/>
                <a:cs typeface="Bricolage Grotesque Bold"/>
                <a:sym typeface="Bricolage Grotesque Bold"/>
              </a:rPr>
              <a:t>The first most frequently asked question</a:t>
            </a:r>
          </a:p>
        </p:txBody>
      </p:sp>
      <p:sp>
        <p:nvSpPr>
          <p:cNvPr id="28" name="TextBox 28"/>
          <p:cNvSpPr txBox="1"/>
          <p:nvPr/>
        </p:nvSpPr>
        <p:spPr>
          <a:xfrm>
            <a:off x="1353022" y="4950436"/>
            <a:ext cx="7864601" cy="405802"/>
          </a:xfrm>
          <a:prstGeom prst="rect">
            <a:avLst/>
          </a:prstGeom>
        </p:spPr>
        <p:txBody>
          <a:bodyPr lIns="0" tIns="0" rIns="0" bIns="0" rtlCol="0" anchor="t">
            <a:spAutoFit/>
          </a:bodyPr>
          <a:lstStyle/>
          <a:p>
            <a:pPr algn="l">
              <a:lnSpc>
                <a:spcPts val="3359"/>
              </a:lnSpc>
            </a:pPr>
            <a:r>
              <a:rPr lang="en-US" sz="2400" b="1" spc="60">
                <a:solidFill>
                  <a:srgbClr val="0B132B"/>
                </a:solidFill>
                <a:latin typeface="Bricolage Grotesque Bold"/>
                <a:ea typeface="Bricolage Grotesque Bold"/>
                <a:cs typeface="Bricolage Grotesque Bold"/>
                <a:sym typeface="Bricolage Grotesque Bold"/>
              </a:rPr>
              <a:t>The second most frequently asked question</a:t>
            </a:r>
          </a:p>
        </p:txBody>
      </p:sp>
      <p:sp>
        <p:nvSpPr>
          <p:cNvPr id="29" name="TextBox 29"/>
          <p:cNvSpPr txBox="1"/>
          <p:nvPr/>
        </p:nvSpPr>
        <p:spPr>
          <a:xfrm>
            <a:off x="1353022" y="7134409"/>
            <a:ext cx="7999364" cy="405802"/>
          </a:xfrm>
          <a:prstGeom prst="rect">
            <a:avLst/>
          </a:prstGeom>
        </p:spPr>
        <p:txBody>
          <a:bodyPr lIns="0" tIns="0" rIns="0" bIns="0" rtlCol="0" anchor="t">
            <a:spAutoFit/>
          </a:bodyPr>
          <a:lstStyle/>
          <a:p>
            <a:pPr algn="l">
              <a:lnSpc>
                <a:spcPts val="3359"/>
              </a:lnSpc>
            </a:pPr>
            <a:r>
              <a:rPr lang="en-US" sz="2400" b="1" spc="60">
                <a:solidFill>
                  <a:srgbClr val="0B132B"/>
                </a:solidFill>
                <a:latin typeface="Bricolage Grotesque Bold"/>
                <a:ea typeface="Bricolage Grotesque Bold"/>
                <a:cs typeface="Bricolage Grotesque Bold"/>
                <a:sym typeface="Bricolage Grotesque Bold"/>
              </a:rPr>
              <a:t>The third most frequently asked question</a:t>
            </a:r>
          </a:p>
        </p:txBody>
      </p:sp>
      <p:sp>
        <p:nvSpPr>
          <p:cNvPr id="30" name="TextBox 30"/>
          <p:cNvSpPr txBox="1"/>
          <p:nvPr/>
        </p:nvSpPr>
        <p:spPr>
          <a:xfrm>
            <a:off x="1353022" y="3600464"/>
            <a:ext cx="10395863" cy="826296"/>
          </a:xfrm>
          <a:prstGeom prst="rect">
            <a:avLst/>
          </a:prstGeom>
        </p:spPr>
        <p:txBody>
          <a:bodyPr lIns="0" tIns="0" rIns="0" bIns="0" rtlCol="0" anchor="t">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turpis nec turpis aliquam varius eget in elit. Nulla quis ex nisi. Integer a convallis lacus, id lacinia ligula. Vestibulum fermentum lorem dui, non sodales purus placerat nec.</a:t>
            </a:r>
          </a:p>
        </p:txBody>
      </p:sp>
      <p:sp>
        <p:nvSpPr>
          <p:cNvPr id="31" name="TextBox 31"/>
          <p:cNvSpPr txBox="1"/>
          <p:nvPr/>
        </p:nvSpPr>
        <p:spPr>
          <a:xfrm>
            <a:off x="1353022" y="5784437"/>
            <a:ext cx="10395863" cy="826296"/>
          </a:xfrm>
          <a:prstGeom prst="rect">
            <a:avLst/>
          </a:prstGeom>
        </p:spPr>
        <p:txBody>
          <a:bodyPr lIns="0" tIns="0" rIns="0" bIns="0" rtlCol="0" anchor="t">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turpis nec turpis aliquam varius eget in elit. Nulla quis ex nisi. Integer a convallis lacus, id lacinia ligula. Vestibulum fermentum lorem dui, non sodales purus placerat nec.</a:t>
            </a:r>
          </a:p>
        </p:txBody>
      </p:sp>
      <p:sp>
        <p:nvSpPr>
          <p:cNvPr id="32" name="TextBox 32"/>
          <p:cNvSpPr txBox="1"/>
          <p:nvPr/>
        </p:nvSpPr>
        <p:spPr>
          <a:xfrm>
            <a:off x="1353022" y="7968409"/>
            <a:ext cx="10395863" cy="826296"/>
          </a:xfrm>
          <a:prstGeom prst="rect">
            <a:avLst/>
          </a:prstGeom>
        </p:spPr>
        <p:txBody>
          <a:bodyPr lIns="0" tIns="0" rIns="0" bIns="0" rtlCol="0" anchor="t">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turpis nec turpis aliquam varius eget in elit. Nulla quis ex nisi. Integer a convallis lacus, id lacinia ligula. Vestibulum fermentum lorem dui, non sodales purus placerat nec.</a:t>
            </a:r>
          </a:p>
        </p:txBody>
      </p:sp>
      <p:sp>
        <p:nvSpPr>
          <p:cNvPr id="33" name="TextBox 33"/>
          <p:cNvSpPr txBox="1"/>
          <p:nvPr/>
        </p:nvSpPr>
        <p:spPr>
          <a:xfrm>
            <a:off x="953562" y="1459214"/>
            <a:ext cx="14407715" cy="848360"/>
          </a:xfrm>
          <a:prstGeom prst="rect">
            <a:avLst/>
          </a:prstGeom>
        </p:spPr>
        <p:txBody>
          <a:bodyPr lIns="0" tIns="0" rIns="0" bIns="0" rtlCol="0" anchor="t">
            <a:spAutoFit/>
          </a:bodyPr>
          <a:lstStyle/>
          <a:p>
            <a:pPr algn="l">
              <a:lnSpc>
                <a:spcPts val="6399"/>
              </a:lnSpc>
            </a:pPr>
            <a:r>
              <a:rPr lang="en-US" sz="6399">
                <a:solidFill>
                  <a:srgbClr val="0B132B"/>
                </a:solidFill>
                <a:latin typeface="Rubik One"/>
                <a:ea typeface="Rubik One"/>
                <a:cs typeface="Rubik One"/>
                <a:sym typeface="Rubik One"/>
              </a:rPr>
              <a:t>FREQUENTLY ASKED QUESTION</a:t>
            </a:r>
          </a:p>
        </p:txBody>
      </p:sp>
      <p:grpSp>
        <p:nvGrpSpPr>
          <p:cNvPr id="34" name="Group 34"/>
          <p:cNvGrpSpPr/>
          <p:nvPr/>
        </p:nvGrpSpPr>
        <p:grpSpPr>
          <a:xfrm rot="-8714302">
            <a:off x="12302692" y="8266204"/>
            <a:ext cx="3052823" cy="1082740"/>
            <a:chOff x="0" y="0"/>
            <a:chExt cx="3787228" cy="1343210"/>
          </a:xfrm>
        </p:grpSpPr>
        <p:sp>
          <p:nvSpPr>
            <p:cNvPr id="35" name="Freeform 35"/>
            <p:cNvSpPr/>
            <p:nvPr/>
          </p:nvSpPr>
          <p:spPr>
            <a:xfrm>
              <a:off x="17278" y="8081"/>
              <a:ext cx="3752672" cy="1335129"/>
            </a:xfrm>
            <a:custGeom>
              <a:avLst/>
              <a:gdLst/>
              <a:ahLst/>
              <a:cxnLst/>
              <a:rect l="l" t="t" r="r" b="b"/>
              <a:pathLst>
                <a:path w="3752672" h="1335129">
                  <a:moveTo>
                    <a:pt x="1897020" y="6591"/>
                  </a:moveTo>
                  <a:lnTo>
                    <a:pt x="3749266" y="1320457"/>
                  </a:lnTo>
                  <a:cubicBezTo>
                    <a:pt x="3752135" y="1322492"/>
                    <a:pt x="3753358" y="1326150"/>
                    <a:pt x="3752290" y="1329502"/>
                  </a:cubicBezTo>
                  <a:cubicBezTo>
                    <a:pt x="3751222" y="1332854"/>
                    <a:pt x="3748108" y="1335129"/>
                    <a:pt x="3744590" y="1335129"/>
                  </a:cubicBezTo>
                  <a:lnTo>
                    <a:pt x="8082" y="1335129"/>
                  </a:lnTo>
                  <a:cubicBezTo>
                    <a:pt x="4564" y="1335129"/>
                    <a:pt x="1450" y="1332854"/>
                    <a:pt x="382" y="1329502"/>
                  </a:cubicBezTo>
                  <a:cubicBezTo>
                    <a:pt x="-686" y="1326150"/>
                    <a:pt x="537" y="1322492"/>
                    <a:pt x="3406" y="1320457"/>
                  </a:cubicBezTo>
                  <a:lnTo>
                    <a:pt x="1855652" y="6591"/>
                  </a:lnTo>
                  <a:cubicBezTo>
                    <a:pt x="1868041" y="-2197"/>
                    <a:pt x="1884631" y="-2197"/>
                    <a:pt x="1897020" y="6591"/>
                  </a:cubicBezTo>
                  <a:close/>
                </a:path>
              </a:pathLst>
            </a:custGeom>
            <a:solidFill>
              <a:srgbClr val="00B58F"/>
            </a:solidFill>
          </p:spPr>
          <p:txBody>
            <a:bodyPr/>
            <a:lstStyle/>
            <a:p>
              <a:endParaRPr lang="en-GB"/>
            </a:p>
          </p:txBody>
        </p:sp>
        <p:sp>
          <p:nvSpPr>
            <p:cNvPr id="36" name="TextBox 36"/>
            <p:cNvSpPr txBox="1"/>
            <p:nvPr/>
          </p:nvSpPr>
          <p:spPr>
            <a:xfrm>
              <a:off x="591754" y="585533"/>
              <a:ext cx="2603719" cy="661733"/>
            </a:xfrm>
            <a:prstGeom prst="rect">
              <a:avLst/>
            </a:prstGeom>
          </p:spPr>
          <p:txBody>
            <a:bodyPr lIns="50800" tIns="50800" rIns="50800" bIns="50800" rtlCol="0" anchor="ctr"/>
            <a:lstStyle/>
            <a:p>
              <a:pPr algn="ctr">
                <a:lnSpc>
                  <a:spcPts val="2659"/>
                </a:lnSpc>
              </a:pPr>
              <a:endParaRPr/>
            </a:p>
          </p:txBody>
        </p:sp>
      </p:grpSp>
      <p:sp>
        <p:nvSpPr>
          <p:cNvPr id="37" name="TextBox 37"/>
          <p:cNvSpPr txBox="1"/>
          <p:nvPr/>
        </p:nvSpPr>
        <p:spPr>
          <a:xfrm>
            <a:off x="14877675" y="9322533"/>
            <a:ext cx="2381625" cy="240665"/>
          </a:xfrm>
          <a:prstGeom prst="rect">
            <a:avLst/>
          </a:prstGeom>
        </p:spPr>
        <p:txBody>
          <a:bodyPr lIns="0" tIns="0" rIns="0" bIns="0" rtlCol="0" anchor="t">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- 08</a:t>
            </a:r>
          </a:p>
        </p:txBody>
      </p:sp>
      <p:grpSp>
        <p:nvGrpSpPr>
          <p:cNvPr id="38" name="Group 38"/>
          <p:cNvGrpSpPr/>
          <p:nvPr/>
        </p:nvGrpSpPr>
        <p:grpSpPr>
          <a:xfrm>
            <a:off x="-3150242" y="9960324"/>
            <a:ext cx="9960587" cy="1142074"/>
            <a:chOff x="0" y="0"/>
            <a:chExt cx="2572779" cy="294993"/>
          </a:xfrm>
        </p:grpSpPr>
        <p:sp>
          <p:nvSpPr>
            <p:cNvPr id="39" name="Freeform 39"/>
            <p:cNvSpPr/>
            <p:nvPr/>
          </p:nvSpPr>
          <p:spPr>
            <a:xfrm>
              <a:off x="0" y="0"/>
              <a:ext cx="2572779" cy="294993"/>
            </a:xfrm>
            <a:custGeom>
              <a:avLst/>
              <a:gdLst/>
              <a:ahLst/>
              <a:cxnLst/>
              <a:rect l="l" t="t" r="r" b="b"/>
              <a:pathLst>
                <a:path w="2572779" h="294993">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txBody>
            <a:bodyPr/>
            <a:lstStyle/>
            <a:p>
              <a:endParaRPr lang="en-GB"/>
            </a:p>
          </p:txBody>
        </p:sp>
        <p:sp>
          <p:nvSpPr>
            <p:cNvPr id="40" name="TextBox 40"/>
            <p:cNvSpPr txBox="1"/>
            <p:nvPr/>
          </p:nvSpPr>
          <p:spPr>
            <a:xfrm>
              <a:off x="0" y="-38100"/>
              <a:ext cx="2572779" cy="333093"/>
            </a:xfrm>
            <a:prstGeom prst="rect">
              <a:avLst/>
            </a:prstGeom>
          </p:spPr>
          <p:txBody>
            <a:bodyPr lIns="50800" tIns="50800" rIns="50800" bIns="50800" rtlCol="0" anchor="ctr"/>
            <a:lstStyle/>
            <a:p>
              <a:pPr algn="ctr">
                <a:lnSpc>
                  <a:spcPts val="2659"/>
                </a:lnSpc>
                <a:spcBef>
                  <a:spcPct val="0"/>
                </a:spcBef>
              </a:pPr>
              <a:endParaRPr/>
            </a:p>
          </p:txBody>
        </p:sp>
      </p:grpSp>
      <p:grpSp>
        <p:nvGrpSpPr>
          <p:cNvPr id="41" name="Group 41"/>
          <p:cNvGrpSpPr/>
          <p:nvPr/>
        </p:nvGrpSpPr>
        <p:grpSpPr>
          <a:xfrm>
            <a:off x="13829104" y="-784283"/>
            <a:ext cx="12967080" cy="1142074"/>
            <a:chOff x="0" y="0"/>
            <a:chExt cx="3349344" cy="294993"/>
          </a:xfrm>
        </p:grpSpPr>
        <p:sp>
          <p:nvSpPr>
            <p:cNvPr id="42" name="Freeform 42"/>
            <p:cNvSpPr/>
            <p:nvPr/>
          </p:nvSpPr>
          <p:spPr>
            <a:xfrm>
              <a:off x="0" y="0"/>
              <a:ext cx="3349344" cy="294993"/>
            </a:xfrm>
            <a:custGeom>
              <a:avLst/>
              <a:gdLst/>
              <a:ahLst/>
              <a:cxnLst/>
              <a:rect l="l" t="t" r="r" b="b"/>
              <a:pathLst>
                <a:path w="3349344" h="294993">
                  <a:moveTo>
                    <a:pt x="35823" y="0"/>
                  </a:moveTo>
                  <a:lnTo>
                    <a:pt x="3313521" y="0"/>
                  </a:lnTo>
                  <a:cubicBezTo>
                    <a:pt x="3323022" y="0"/>
                    <a:pt x="3332134" y="3774"/>
                    <a:pt x="3338852" y="10492"/>
                  </a:cubicBezTo>
                  <a:cubicBezTo>
                    <a:pt x="3345570" y="17210"/>
                    <a:pt x="3349344" y="26322"/>
                    <a:pt x="3349344" y="35823"/>
                  </a:cubicBezTo>
                  <a:lnTo>
                    <a:pt x="3349344" y="259170"/>
                  </a:lnTo>
                  <a:cubicBezTo>
                    <a:pt x="3349344" y="278955"/>
                    <a:pt x="3333306" y="294993"/>
                    <a:pt x="3313521" y="294993"/>
                  </a:cubicBezTo>
                  <a:lnTo>
                    <a:pt x="35823" y="294993"/>
                  </a:lnTo>
                  <a:cubicBezTo>
                    <a:pt x="16038" y="294993"/>
                    <a:pt x="0" y="278955"/>
                    <a:pt x="0" y="259170"/>
                  </a:cubicBezTo>
                  <a:lnTo>
                    <a:pt x="0" y="35823"/>
                  </a:lnTo>
                  <a:cubicBezTo>
                    <a:pt x="0" y="16038"/>
                    <a:pt x="16038" y="0"/>
                    <a:pt x="35823" y="0"/>
                  </a:cubicBezTo>
                  <a:close/>
                </a:path>
              </a:pathLst>
            </a:custGeom>
            <a:ln w="19050" cap="rnd">
              <a:solidFill>
                <a:srgbClr val="00B58F"/>
              </a:solidFill>
              <a:prstDash val="solid"/>
              <a:round/>
            </a:ln>
          </p:spPr>
          <p:txBody>
            <a:bodyPr/>
            <a:lstStyle/>
            <a:p>
              <a:endParaRPr lang="en-GB"/>
            </a:p>
          </p:txBody>
        </p:sp>
        <p:sp>
          <p:nvSpPr>
            <p:cNvPr id="43" name="TextBox 43"/>
            <p:cNvSpPr txBox="1"/>
            <p:nvPr/>
          </p:nvSpPr>
          <p:spPr>
            <a:xfrm>
              <a:off x="0" y="-38100"/>
              <a:ext cx="3349344" cy="333093"/>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DF6F9"/>
        </a:solidFill>
        <a:effectLst/>
      </p:bgPr>
    </p:bg>
    <p:spTree>
      <p:nvGrpSpPr>
        <p:cNvPr id="1" name=""/>
        <p:cNvGrpSpPr/>
        <p:nvPr/>
      </p:nvGrpSpPr>
      <p:grpSpPr>
        <a:xfrm>
          <a:off x="0" y="0"/>
          <a:ext cx="0" cy="0"/>
          <a:chOff x="0" y="0"/>
          <a:chExt cx="0" cy="0"/>
        </a:xfrm>
      </p:grpSpPr>
      <p:grpSp>
        <p:nvGrpSpPr>
          <p:cNvPr id="2" name="Group 2"/>
          <p:cNvGrpSpPr/>
          <p:nvPr/>
        </p:nvGrpSpPr>
        <p:grpSpPr>
          <a:xfrm>
            <a:off x="10226750" y="8254044"/>
            <a:ext cx="2427693" cy="738552"/>
            <a:chOff x="0" y="0"/>
            <a:chExt cx="627063" cy="190765"/>
          </a:xfrm>
        </p:grpSpPr>
        <p:sp>
          <p:nvSpPr>
            <p:cNvPr id="3" name="Freeform 3"/>
            <p:cNvSpPr/>
            <p:nvPr/>
          </p:nvSpPr>
          <p:spPr>
            <a:xfrm>
              <a:off x="0" y="0"/>
              <a:ext cx="627063" cy="190765"/>
            </a:xfrm>
            <a:custGeom>
              <a:avLst/>
              <a:gdLst/>
              <a:ahLst/>
              <a:cxnLst/>
              <a:rect l="l" t="t" r="r" b="b"/>
              <a:pathLst>
                <a:path w="627063" h="190765">
                  <a:moveTo>
                    <a:pt x="31890" y="0"/>
                  </a:moveTo>
                  <a:lnTo>
                    <a:pt x="595173" y="0"/>
                  </a:lnTo>
                  <a:cubicBezTo>
                    <a:pt x="612786" y="0"/>
                    <a:pt x="627063" y="14278"/>
                    <a:pt x="627063" y="31890"/>
                  </a:cubicBezTo>
                  <a:lnTo>
                    <a:pt x="627063" y="158875"/>
                  </a:lnTo>
                  <a:cubicBezTo>
                    <a:pt x="627063" y="167333"/>
                    <a:pt x="623703" y="175444"/>
                    <a:pt x="617723" y="181424"/>
                  </a:cubicBezTo>
                  <a:cubicBezTo>
                    <a:pt x="611742" y="187405"/>
                    <a:pt x="603631" y="190765"/>
                    <a:pt x="595173" y="190765"/>
                  </a:cubicBezTo>
                  <a:lnTo>
                    <a:pt x="31890" y="190765"/>
                  </a:lnTo>
                  <a:cubicBezTo>
                    <a:pt x="14278" y="190765"/>
                    <a:pt x="0" y="176487"/>
                    <a:pt x="0" y="158875"/>
                  </a:cubicBezTo>
                  <a:lnTo>
                    <a:pt x="0" y="31890"/>
                  </a:lnTo>
                  <a:cubicBezTo>
                    <a:pt x="0" y="14278"/>
                    <a:pt x="14278" y="0"/>
                    <a:pt x="31890" y="0"/>
                  </a:cubicBezTo>
                  <a:close/>
                </a:path>
              </a:pathLst>
            </a:custGeom>
            <a:solidFill>
              <a:srgbClr val="00B58F"/>
            </a:solidFill>
            <a:ln cap="sq">
              <a:noFill/>
              <a:prstDash val="solid"/>
              <a:miter/>
            </a:ln>
          </p:spPr>
          <p:txBody>
            <a:bodyPr/>
            <a:lstStyle/>
            <a:p>
              <a:endParaRPr lang="en-GB"/>
            </a:p>
          </p:txBody>
        </p:sp>
        <p:sp>
          <p:nvSpPr>
            <p:cNvPr id="4" name="TextBox 4"/>
            <p:cNvSpPr txBox="1"/>
            <p:nvPr/>
          </p:nvSpPr>
          <p:spPr>
            <a:xfrm>
              <a:off x="0" y="-38100"/>
              <a:ext cx="627063" cy="22886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2842049" y="8254044"/>
            <a:ext cx="2427693" cy="738552"/>
            <a:chOff x="0" y="0"/>
            <a:chExt cx="627063" cy="190765"/>
          </a:xfrm>
        </p:grpSpPr>
        <p:sp>
          <p:nvSpPr>
            <p:cNvPr id="6" name="Freeform 6"/>
            <p:cNvSpPr/>
            <p:nvPr/>
          </p:nvSpPr>
          <p:spPr>
            <a:xfrm>
              <a:off x="0" y="0"/>
              <a:ext cx="627063" cy="190765"/>
            </a:xfrm>
            <a:custGeom>
              <a:avLst/>
              <a:gdLst/>
              <a:ahLst/>
              <a:cxnLst/>
              <a:rect l="l" t="t" r="r" b="b"/>
              <a:pathLst>
                <a:path w="627063" h="190765">
                  <a:moveTo>
                    <a:pt x="31890" y="0"/>
                  </a:moveTo>
                  <a:lnTo>
                    <a:pt x="595173" y="0"/>
                  </a:lnTo>
                  <a:cubicBezTo>
                    <a:pt x="612786" y="0"/>
                    <a:pt x="627063" y="14278"/>
                    <a:pt x="627063" y="31890"/>
                  </a:cubicBezTo>
                  <a:lnTo>
                    <a:pt x="627063" y="158875"/>
                  </a:lnTo>
                  <a:cubicBezTo>
                    <a:pt x="627063" y="167333"/>
                    <a:pt x="623703" y="175444"/>
                    <a:pt x="617723" y="181424"/>
                  </a:cubicBezTo>
                  <a:cubicBezTo>
                    <a:pt x="611742" y="187405"/>
                    <a:pt x="603631" y="190765"/>
                    <a:pt x="595173" y="190765"/>
                  </a:cubicBezTo>
                  <a:lnTo>
                    <a:pt x="31890" y="190765"/>
                  </a:lnTo>
                  <a:cubicBezTo>
                    <a:pt x="14278" y="190765"/>
                    <a:pt x="0" y="176487"/>
                    <a:pt x="0" y="158875"/>
                  </a:cubicBezTo>
                  <a:lnTo>
                    <a:pt x="0" y="31890"/>
                  </a:lnTo>
                  <a:cubicBezTo>
                    <a:pt x="0" y="14278"/>
                    <a:pt x="14278" y="0"/>
                    <a:pt x="31890" y="0"/>
                  </a:cubicBezTo>
                  <a:close/>
                </a:path>
              </a:pathLst>
            </a:custGeom>
            <a:solidFill>
              <a:srgbClr val="0B132B"/>
            </a:solidFill>
            <a:ln cap="sq">
              <a:noFill/>
              <a:prstDash val="solid"/>
              <a:miter/>
            </a:ln>
          </p:spPr>
          <p:txBody>
            <a:bodyPr/>
            <a:lstStyle/>
            <a:p>
              <a:endParaRPr lang="en-GB"/>
            </a:p>
          </p:txBody>
        </p:sp>
        <p:sp>
          <p:nvSpPr>
            <p:cNvPr id="7" name="TextBox 7"/>
            <p:cNvSpPr txBox="1"/>
            <p:nvPr/>
          </p:nvSpPr>
          <p:spPr>
            <a:xfrm>
              <a:off x="0" y="-38100"/>
              <a:ext cx="627063" cy="228865"/>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0226750" y="1325479"/>
            <a:ext cx="268503" cy="213826"/>
          </a:xfrm>
          <a:custGeom>
            <a:avLst/>
            <a:gdLst/>
            <a:ahLst/>
            <a:cxnLst/>
            <a:rect l="l" t="t" r="r" b="b"/>
            <a:pathLst>
              <a:path w="268503" h="213826">
                <a:moveTo>
                  <a:pt x="0" y="0"/>
                </a:moveTo>
                <a:lnTo>
                  <a:pt x="268503" y="0"/>
                </a:lnTo>
                <a:lnTo>
                  <a:pt x="268503" y="213826"/>
                </a:lnTo>
                <a:lnTo>
                  <a:pt x="0" y="21382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GB"/>
          </a:p>
        </p:txBody>
      </p:sp>
      <p:grpSp>
        <p:nvGrpSpPr>
          <p:cNvPr id="9" name="Group 9"/>
          <p:cNvGrpSpPr/>
          <p:nvPr/>
        </p:nvGrpSpPr>
        <p:grpSpPr>
          <a:xfrm>
            <a:off x="1564646" y="821953"/>
            <a:ext cx="4583015" cy="8032825"/>
            <a:chOff x="0" y="0"/>
            <a:chExt cx="1183774" cy="2074846"/>
          </a:xfrm>
        </p:grpSpPr>
        <p:sp>
          <p:nvSpPr>
            <p:cNvPr id="10" name="Freeform 10"/>
            <p:cNvSpPr/>
            <p:nvPr/>
          </p:nvSpPr>
          <p:spPr>
            <a:xfrm>
              <a:off x="0" y="0"/>
              <a:ext cx="1183774" cy="2074846"/>
            </a:xfrm>
            <a:custGeom>
              <a:avLst/>
              <a:gdLst/>
              <a:ahLst/>
              <a:cxnLst/>
              <a:rect l="l" t="t" r="r" b="b"/>
              <a:pathLst>
                <a:path w="1183774" h="2074846">
                  <a:moveTo>
                    <a:pt x="101356" y="0"/>
                  </a:moveTo>
                  <a:lnTo>
                    <a:pt x="1082418" y="0"/>
                  </a:lnTo>
                  <a:cubicBezTo>
                    <a:pt x="1138396" y="0"/>
                    <a:pt x="1183774" y="45379"/>
                    <a:pt x="1183774" y="101356"/>
                  </a:cubicBezTo>
                  <a:lnTo>
                    <a:pt x="1183774" y="1973490"/>
                  </a:lnTo>
                  <a:cubicBezTo>
                    <a:pt x="1183774" y="2029467"/>
                    <a:pt x="1138396" y="2074846"/>
                    <a:pt x="1082418" y="2074846"/>
                  </a:cubicBezTo>
                  <a:lnTo>
                    <a:pt x="101356" y="2074846"/>
                  </a:lnTo>
                  <a:cubicBezTo>
                    <a:pt x="74475" y="2074846"/>
                    <a:pt x="48694" y="2064167"/>
                    <a:pt x="29686" y="2045160"/>
                  </a:cubicBezTo>
                  <a:cubicBezTo>
                    <a:pt x="10679" y="2026152"/>
                    <a:pt x="0" y="2000372"/>
                    <a:pt x="0" y="1973490"/>
                  </a:cubicBezTo>
                  <a:lnTo>
                    <a:pt x="0" y="101356"/>
                  </a:lnTo>
                  <a:cubicBezTo>
                    <a:pt x="0" y="45379"/>
                    <a:pt x="45379" y="0"/>
                    <a:pt x="101356" y="0"/>
                  </a:cubicBezTo>
                  <a:close/>
                </a:path>
              </a:pathLst>
            </a:custGeom>
            <a:ln w="19050" cap="rnd">
              <a:solidFill>
                <a:srgbClr val="00B58F"/>
              </a:solidFill>
              <a:prstDash val="solid"/>
              <a:round/>
            </a:ln>
          </p:spPr>
          <p:txBody>
            <a:bodyPr/>
            <a:lstStyle/>
            <a:p>
              <a:endParaRPr lang="en-GB"/>
            </a:p>
          </p:txBody>
        </p:sp>
        <p:sp>
          <p:nvSpPr>
            <p:cNvPr id="11" name="TextBox 11"/>
            <p:cNvSpPr txBox="1"/>
            <p:nvPr/>
          </p:nvSpPr>
          <p:spPr>
            <a:xfrm>
              <a:off x="0" y="-38100"/>
              <a:ext cx="1183774" cy="2112946"/>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1839271" y="1042175"/>
            <a:ext cx="5329489" cy="8229600"/>
            <a:chOff x="0" y="0"/>
            <a:chExt cx="4112260" cy="6350000"/>
          </a:xfrm>
        </p:grpSpPr>
        <p:sp>
          <p:nvSpPr>
            <p:cNvPr id="13" name="Freeform 13"/>
            <p:cNvSpPr/>
            <p:nvPr/>
          </p:nvSpPr>
          <p:spPr>
            <a:xfrm>
              <a:off x="0" y="0"/>
              <a:ext cx="4112260" cy="6350000"/>
            </a:xfrm>
            <a:custGeom>
              <a:avLst/>
              <a:gdLst/>
              <a:ahLst/>
              <a:cxnLst/>
              <a:rect l="l" t="t" r="r" b="b"/>
              <a:pathLst>
                <a:path w="4112260" h="6350000">
                  <a:moveTo>
                    <a:pt x="4112260" y="623570"/>
                  </a:moveTo>
                  <a:lnTo>
                    <a:pt x="4112260" y="2641600"/>
                  </a:lnTo>
                  <a:cubicBezTo>
                    <a:pt x="4112260" y="2821940"/>
                    <a:pt x="4033520" y="2993390"/>
                    <a:pt x="3897630" y="3112770"/>
                  </a:cubicBezTo>
                  <a:cubicBezTo>
                    <a:pt x="3761740" y="3230880"/>
                    <a:pt x="3683000" y="3402330"/>
                    <a:pt x="3683000" y="3583940"/>
                  </a:cubicBezTo>
                  <a:lnTo>
                    <a:pt x="3683000" y="5726430"/>
                  </a:lnTo>
                  <a:cubicBezTo>
                    <a:pt x="3683000" y="6070600"/>
                    <a:pt x="3403600" y="6350000"/>
                    <a:pt x="3059430" y="6350000"/>
                  </a:cubicBezTo>
                  <a:lnTo>
                    <a:pt x="623570" y="6350000"/>
                  </a:lnTo>
                  <a:cubicBezTo>
                    <a:pt x="279400" y="6350000"/>
                    <a:pt x="0" y="6070600"/>
                    <a:pt x="0" y="5726430"/>
                  </a:cubicBezTo>
                  <a:lnTo>
                    <a:pt x="0" y="623570"/>
                  </a:lnTo>
                  <a:cubicBezTo>
                    <a:pt x="0" y="279400"/>
                    <a:pt x="279400" y="0"/>
                    <a:pt x="623570" y="0"/>
                  </a:cubicBezTo>
                  <a:lnTo>
                    <a:pt x="3489960" y="0"/>
                  </a:lnTo>
                  <a:cubicBezTo>
                    <a:pt x="3834130" y="0"/>
                    <a:pt x="4112260" y="279400"/>
                    <a:pt x="4112260" y="623570"/>
                  </a:cubicBezTo>
                  <a:close/>
                </a:path>
              </a:pathLst>
            </a:custGeom>
            <a:blipFill>
              <a:blip r:embed="rId3"/>
              <a:stretch>
                <a:fillRect l="-101975" r="-29794"/>
              </a:stretch>
            </a:blipFill>
          </p:spPr>
          <p:txBody>
            <a:bodyPr/>
            <a:lstStyle/>
            <a:p>
              <a:endParaRPr lang="en-GB"/>
            </a:p>
          </p:txBody>
        </p:sp>
      </p:grpSp>
      <p:sp>
        <p:nvSpPr>
          <p:cNvPr id="14" name="Freeform 14"/>
          <p:cNvSpPr/>
          <p:nvPr/>
        </p:nvSpPr>
        <p:spPr>
          <a:xfrm>
            <a:off x="5666775" y="2709357"/>
            <a:ext cx="4188528" cy="6755690"/>
          </a:xfrm>
          <a:custGeom>
            <a:avLst/>
            <a:gdLst/>
            <a:ahLst/>
            <a:cxnLst/>
            <a:rect l="l" t="t" r="r" b="b"/>
            <a:pathLst>
              <a:path w="4188528" h="6755690">
                <a:moveTo>
                  <a:pt x="0" y="0"/>
                </a:moveTo>
                <a:lnTo>
                  <a:pt x="4188527" y="0"/>
                </a:lnTo>
                <a:lnTo>
                  <a:pt x="4188527" y="6755690"/>
                </a:lnTo>
                <a:lnTo>
                  <a:pt x="0" y="6755690"/>
                </a:lnTo>
                <a:lnTo>
                  <a:pt x="0" y="0"/>
                </a:lnTo>
                <a:close/>
              </a:path>
            </a:pathLst>
          </a:custGeom>
          <a:blipFill>
            <a:blip r:embed="rId4"/>
            <a:stretch>
              <a:fillRect/>
            </a:stretch>
          </a:blipFill>
        </p:spPr>
        <p:txBody>
          <a:bodyPr/>
          <a:lstStyle/>
          <a:p>
            <a:endParaRPr lang="en-GB"/>
          </a:p>
        </p:txBody>
      </p:sp>
      <p:grpSp>
        <p:nvGrpSpPr>
          <p:cNvPr id="15" name="Group 15"/>
          <p:cNvGrpSpPr/>
          <p:nvPr/>
        </p:nvGrpSpPr>
        <p:grpSpPr>
          <a:xfrm>
            <a:off x="6315654" y="2901375"/>
            <a:ext cx="2879468" cy="6216744"/>
            <a:chOff x="0" y="0"/>
            <a:chExt cx="692799" cy="1495748"/>
          </a:xfrm>
        </p:grpSpPr>
        <p:sp>
          <p:nvSpPr>
            <p:cNvPr id="16" name="Freeform 16"/>
            <p:cNvSpPr/>
            <p:nvPr/>
          </p:nvSpPr>
          <p:spPr>
            <a:xfrm>
              <a:off x="0" y="0"/>
              <a:ext cx="692799" cy="1495748"/>
            </a:xfrm>
            <a:custGeom>
              <a:avLst/>
              <a:gdLst/>
              <a:ahLst/>
              <a:cxnLst/>
              <a:rect l="l" t="t" r="r" b="b"/>
              <a:pathLst>
                <a:path w="692799" h="1495748">
                  <a:moveTo>
                    <a:pt x="67217" y="0"/>
                  </a:moveTo>
                  <a:lnTo>
                    <a:pt x="625583" y="0"/>
                  </a:lnTo>
                  <a:cubicBezTo>
                    <a:pt x="662705" y="0"/>
                    <a:pt x="692799" y="30094"/>
                    <a:pt x="692799" y="67217"/>
                  </a:cubicBezTo>
                  <a:lnTo>
                    <a:pt x="692799" y="1428531"/>
                  </a:lnTo>
                  <a:cubicBezTo>
                    <a:pt x="692799" y="1465654"/>
                    <a:pt x="662705" y="1495748"/>
                    <a:pt x="625583" y="1495748"/>
                  </a:cubicBezTo>
                  <a:lnTo>
                    <a:pt x="67217" y="1495748"/>
                  </a:lnTo>
                  <a:cubicBezTo>
                    <a:pt x="49390" y="1495748"/>
                    <a:pt x="32293" y="1488666"/>
                    <a:pt x="19687" y="1476060"/>
                  </a:cubicBezTo>
                  <a:cubicBezTo>
                    <a:pt x="7082" y="1463455"/>
                    <a:pt x="0" y="1446358"/>
                    <a:pt x="0" y="1428531"/>
                  </a:cubicBezTo>
                  <a:lnTo>
                    <a:pt x="0" y="67217"/>
                  </a:lnTo>
                  <a:cubicBezTo>
                    <a:pt x="0" y="30094"/>
                    <a:pt x="30094" y="0"/>
                    <a:pt x="67217" y="0"/>
                  </a:cubicBezTo>
                  <a:close/>
                </a:path>
              </a:pathLst>
            </a:custGeom>
            <a:solidFill>
              <a:srgbClr val="00B58F"/>
            </a:solidFill>
          </p:spPr>
          <p:txBody>
            <a:bodyPr/>
            <a:lstStyle/>
            <a:p>
              <a:endParaRPr lang="en-GB"/>
            </a:p>
          </p:txBody>
        </p:sp>
        <p:sp>
          <p:nvSpPr>
            <p:cNvPr id="17" name="TextBox 17"/>
            <p:cNvSpPr txBox="1"/>
            <p:nvPr/>
          </p:nvSpPr>
          <p:spPr>
            <a:xfrm>
              <a:off x="0" y="-38100"/>
              <a:ext cx="692799" cy="1533848"/>
            </a:xfrm>
            <a:prstGeom prst="rect">
              <a:avLst/>
            </a:prstGeom>
          </p:spPr>
          <p:txBody>
            <a:bodyPr lIns="50800" tIns="50800" rIns="50800" bIns="50800" rtlCol="0" anchor="ctr"/>
            <a:lstStyle/>
            <a:p>
              <a:pPr algn="ctr">
                <a:lnSpc>
                  <a:spcPts val="2659"/>
                </a:lnSpc>
                <a:spcBef>
                  <a:spcPct val="0"/>
                </a:spcBef>
              </a:pPr>
              <a:endParaRPr/>
            </a:p>
          </p:txBody>
        </p:sp>
      </p:grpSp>
      <p:sp>
        <p:nvSpPr>
          <p:cNvPr id="18" name="Freeform 18"/>
          <p:cNvSpPr/>
          <p:nvPr/>
        </p:nvSpPr>
        <p:spPr>
          <a:xfrm>
            <a:off x="6953169" y="3774215"/>
            <a:ext cx="1604438" cy="1277716"/>
          </a:xfrm>
          <a:custGeom>
            <a:avLst/>
            <a:gdLst/>
            <a:ahLst/>
            <a:cxnLst/>
            <a:rect l="l" t="t" r="r" b="b"/>
            <a:pathLst>
              <a:path w="1604438" h="1277716">
                <a:moveTo>
                  <a:pt x="0" y="0"/>
                </a:moveTo>
                <a:lnTo>
                  <a:pt x="1604438" y="0"/>
                </a:lnTo>
                <a:lnTo>
                  <a:pt x="1604438" y="1277716"/>
                </a:lnTo>
                <a:lnTo>
                  <a:pt x="0" y="127771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GB"/>
          </a:p>
        </p:txBody>
      </p:sp>
      <p:grpSp>
        <p:nvGrpSpPr>
          <p:cNvPr id="19" name="Group 19"/>
          <p:cNvGrpSpPr/>
          <p:nvPr/>
        </p:nvGrpSpPr>
        <p:grpSpPr>
          <a:xfrm>
            <a:off x="6534911" y="6375480"/>
            <a:ext cx="2452255" cy="712208"/>
            <a:chOff x="0" y="0"/>
            <a:chExt cx="590012" cy="171357"/>
          </a:xfrm>
        </p:grpSpPr>
        <p:sp>
          <p:nvSpPr>
            <p:cNvPr id="20" name="Freeform 20"/>
            <p:cNvSpPr/>
            <p:nvPr/>
          </p:nvSpPr>
          <p:spPr>
            <a:xfrm>
              <a:off x="0" y="0"/>
              <a:ext cx="590012" cy="171357"/>
            </a:xfrm>
            <a:custGeom>
              <a:avLst/>
              <a:gdLst/>
              <a:ahLst/>
              <a:cxnLst/>
              <a:rect l="l" t="t" r="r" b="b"/>
              <a:pathLst>
                <a:path w="590012" h="171357">
                  <a:moveTo>
                    <a:pt x="31571" y="0"/>
                  </a:moveTo>
                  <a:lnTo>
                    <a:pt x="558441" y="0"/>
                  </a:lnTo>
                  <a:cubicBezTo>
                    <a:pt x="566814" y="0"/>
                    <a:pt x="574845" y="3326"/>
                    <a:pt x="580765" y="9247"/>
                  </a:cubicBezTo>
                  <a:cubicBezTo>
                    <a:pt x="586686" y="15167"/>
                    <a:pt x="590012" y="23198"/>
                    <a:pt x="590012" y="31571"/>
                  </a:cubicBezTo>
                  <a:lnTo>
                    <a:pt x="590012" y="139786"/>
                  </a:lnTo>
                  <a:cubicBezTo>
                    <a:pt x="590012" y="148160"/>
                    <a:pt x="586686" y="156190"/>
                    <a:pt x="580765" y="162110"/>
                  </a:cubicBezTo>
                  <a:cubicBezTo>
                    <a:pt x="574845" y="168031"/>
                    <a:pt x="566814" y="171357"/>
                    <a:pt x="558441" y="171357"/>
                  </a:cubicBezTo>
                  <a:lnTo>
                    <a:pt x="31571" y="171357"/>
                  </a:lnTo>
                  <a:cubicBezTo>
                    <a:pt x="23198" y="171357"/>
                    <a:pt x="15167" y="168031"/>
                    <a:pt x="9247" y="162110"/>
                  </a:cubicBezTo>
                  <a:cubicBezTo>
                    <a:pt x="3326" y="156190"/>
                    <a:pt x="0" y="148160"/>
                    <a:pt x="0" y="139786"/>
                  </a:cubicBezTo>
                  <a:lnTo>
                    <a:pt x="0" y="31571"/>
                  </a:lnTo>
                  <a:cubicBezTo>
                    <a:pt x="0" y="23198"/>
                    <a:pt x="3326" y="15167"/>
                    <a:pt x="9247" y="9247"/>
                  </a:cubicBezTo>
                  <a:cubicBezTo>
                    <a:pt x="15167" y="3326"/>
                    <a:pt x="23198" y="0"/>
                    <a:pt x="31571" y="0"/>
                  </a:cubicBezTo>
                  <a:close/>
                </a:path>
              </a:pathLst>
            </a:custGeom>
            <a:solidFill>
              <a:srgbClr val="FFFFFF"/>
            </a:solidFill>
            <a:ln cap="sq">
              <a:noFill/>
              <a:prstDash val="solid"/>
              <a:miter/>
            </a:ln>
          </p:spPr>
          <p:txBody>
            <a:bodyPr/>
            <a:lstStyle/>
            <a:p>
              <a:endParaRPr lang="en-GB"/>
            </a:p>
          </p:txBody>
        </p:sp>
        <p:sp>
          <p:nvSpPr>
            <p:cNvPr id="21" name="TextBox 21"/>
            <p:cNvSpPr txBox="1"/>
            <p:nvPr/>
          </p:nvSpPr>
          <p:spPr>
            <a:xfrm>
              <a:off x="0" y="-38100"/>
              <a:ext cx="590012" cy="209457"/>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6534911" y="7255164"/>
            <a:ext cx="2452255" cy="712208"/>
            <a:chOff x="0" y="0"/>
            <a:chExt cx="590012" cy="171357"/>
          </a:xfrm>
        </p:grpSpPr>
        <p:sp>
          <p:nvSpPr>
            <p:cNvPr id="23" name="Freeform 23"/>
            <p:cNvSpPr/>
            <p:nvPr/>
          </p:nvSpPr>
          <p:spPr>
            <a:xfrm>
              <a:off x="0" y="0"/>
              <a:ext cx="590012" cy="171357"/>
            </a:xfrm>
            <a:custGeom>
              <a:avLst/>
              <a:gdLst/>
              <a:ahLst/>
              <a:cxnLst/>
              <a:rect l="l" t="t" r="r" b="b"/>
              <a:pathLst>
                <a:path w="590012" h="171357">
                  <a:moveTo>
                    <a:pt x="31571" y="0"/>
                  </a:moveTo>
                  <a:lnTo>
                    <a:pt x="558441" y="0"/>
                  </a:lnTo>
                  <a:cubicBezTo>
                    <a:pt x="566814" y="0"/>
                    <a:pt x="574845" y="3326"/>
                    <a:pt x="580765" y="9247"/>
                  </a:cubicBezTo>
                  <a:cubicBezTo>
                    <a:pt x="586686" y="15167"/>
                    <a:pt x="590012" y="23198"/>
                    <a:pt x="590012" y="31571"/>
                  </a:cubicBezTo>
                  <a:lnTo>
                    <a:pt x="590012" y="139786"/>
                  </a:lnTo>
                  <a:cubicBezTo>
                    <a:pt x="590012" y="148160"/>
                    <a:pt x="586686" y="156190"/>
                    <a:pt x="580765" y="162110"/>
                  </a:cubicBezTo>
                  <a:cubicBezTo>
                    <a:pt x="574845" y="168031"/>
                    <a:pt x="566814" y="171357"/>
                    <a:pt x="558441" y="171357"/>
                  </a:cubicBezTo>
                  <a:lnTo>
                    <a:pt x="31571" y="171357"/>
                  </a:lnTo>
                  <a:cubicBezTo>
                    <a:pt x="23198" y="171357"/>
                    <a:pt x="15167" y="168031"/>
                    <a:pt x="9247" y="162110"/>
                  </a:cubicBezTo>
                  <a:cubicBezTo>
                    <a:pt x="3326" y="156190"/>
                    <a:pt x="0" y="148160"/>
                    <a:pt x="0" y="139786"/>
                  </a:cubicBezTo>
                  <a:lnTo>
                    <a:pt x="0" y="31571"/>
                  </a:lnTo>
                  <a:cubicBezTo>
                    <a:pt x="0" y="23198"/>
                    <a:pt x="3326" y="15167"/>
                    <a:pt x="9247" y="9247"/>
                  </a:cubicBezTo>
                  <a:cubicBezTo>
                    <a:pt x="15167" y="3326"/>
                    <a:pt x="23198" y="0"/>
                    <a:pt x="31571" y="0"/>
                  </a:cubicBezTo>
                  <a:close/>
                </a:path>
              </a:pathLst>
            </a:custGeom>
            <a:solidFill>
              <a:srgbClr val="FFFFFF"/>
            </a:solidFill>
            <a:ln cap="sq">
              <a:noFill/>
              <a:prstDash val="solid"/>
              <a:miter/>
            </a:ln>
          </p:spPr>
          <p:txBody>
            <a:bodyPr/>
            <a:lstStyle/>
            <a:p>
              <a:endParaRPr lang="en-GB"/>
            </a:p>
          </p:txBody>
        </p:sp>
        <p:sp>
          <p:nvSpPr>
            <p:cNvPr id="24" name="TextBox 24"/>
            <p:cNvSpPr txBox="1"/>
            <p:nvPr/>
          </p:nvSpPr>
          <p:spPr>
            <a:xfrm>
              <a:off x="0" y="-38100"/>
              <a:ext cx="590012" cy="209457"/>
            </a:xfrm>
            <a:prstGeom prst="rect">
              <a:avLst/>
            </a:prstGeom>
          </p:spPr>
          <p:txBody>
            <a:bodyPr lIns="50800" tIns="50800" rIns="50800" bIns="50800" rtlCol="0" anchor="ctr"/>
            <a:lstStyle/>
            <a:p>
              <a:pPr algn="ctr">
                <a:lnSpc>
                  <a:spcPts val="2659"/>
                </a:lnSpc>
                <a:spcBef>
                  <a:spcPct val="0"/>
                </a:spcBef>
              </a:pPr>
              <a:endParaRPr/>
            </a:p>
          </p:txBody>
        </p:sp>
      </p:grpSp>
      <p:grpSp>
        <p:nvGrpSpPr>
          <p:cNvPr id="25" name="Group 25"/>
          <p:cNvGrpSpPr/>
          <p:nvPr/>
        </p:nvGrpSpPr>
        <p:grpSpPr>
          <a:xfrm>
            <a:off x="6534911" y="8134849"/>
            <a:ext cx="2452255" cy="712208"/>
            <a:chOff x="0" y="0"/>
            <a:chExt cx="590012" cy="171357"/>
          </a:xfrm>
        </p:grpSpPr>
        <p:sp>
          <p:nvSpPr>
            <p:cNvPr id="26" name="Freeform 26"/>
            <p:cNvSpPr/>
            <p:nvPr/>
          </p:nvSpPr>
          <p:spPr>
            <a:xfrm>
              <a:off x="0" y="0"/>
              <a:ext cx="590012" cy="171357"/>
            </a:xfrm>
            <a:custGeom>
              <a:avLst/>
              <a:gdLst/>
              <a:ahLst/>
              <a:cxnLst/>
              <a:rect l="l" t="t" r="r" b="b"/>
              <a:pathLst>
                <a:path w="590012" h="171357">
                  <a:moveTo>
                    <a:pt x="31571" y="0"/>
                  </a:moveTo>
                  <a:lnTo>
                    <a:pt x="558441" y="0"/>
                  </a:lnTo>
                  <a:cubicBezTo>
                    <a:pt x="566814" y="0"/>
                    <a:pt x="574845" y="3326"/>
                    <a:pt x="580765" y="9247"/>
                  </a:cubicBezTo>
                  <a:cubicBezTo>
                    <a:pt x="586686" y="15167"/>
                    <a:pt x="590012" y="23198"/>
                    <a:pt x="590012" y="31571"/>
                  </a:cubicBezTo>
                  <a:lnTo>
                    <a:pt x="590012" y="139786"/>
                  </a:lnTo>
                  <a:cubicBezTo>
                    <a:pt x="590012" y="148160"/>
                    <a:pt x="586686" y="156190"/>
                    <a:pt x="580765" y="162110"/>
                  </a:cubicBezTo>
                  <a:cubicBezTo>
                    <a:pt x="574845" y="168031"/>
                    <a:pt x="566814" y="171357"/>
                    <a:pt x="558441" y="171357"/>
                  </a:cubicBezTo>
                  <a:lnTo>
                    <a:pt x="31571" y="171357"/>
                  </a:lnTo>
                  <a:cubicBezTo>
                    <a:pt x="23198" y="171357"/>
                    <a:pt x="15167" y="168031"/>
                    <a:pt x="9247" y="162110"/>
                  </a:cubicBezTo>
                  <a:cubicBezTo>
                    <a:pt x="3326" y="156190"/>
                    <a:pt x="0" y="148160"/>
                    <a:pt x="0" y="139786"/>
                  </a:cubicBezTo>
                  <a:lnTo>
                    <a:pt x="0" y="31571"/>
                  </a:lnTo>
                  <a:cubicBezTo>
                    <a:pt x="0" y="23198"/>
                    <a:pt x="3326" y="15167"/>
                    <a:pt x="9247" y="9247"/>
                  </a:cubicBezTo>
                  <a:cubicBezTo>
                    <a:pt x="15167" y="3326"/>
                    <a:pt x="23198" y="0"/>
                    <a:pt x="31571" y="0"/>
                  </a:cubicBezTo>
                  <a:close/>
                </a:path>
              </a:pathLst>
            </a:custGeom>
            <a:solidFill>
              <a:srgbClr val="FFFFFF"/>
            </a:solidFill>
            <a:ln cap="sq">
              <a:noFill/>
              <a:prstDash val="solid"/>
              <a:miter/>
            </a:ln>
          </p:spPr>
          <p:txBody>
            <a:bodyPr/>
            <a:lstStyle/>
            <a:p>
              <a:endParaRPr lang="en-GB"/>
            </a:p>
          </p:txBody>
        </p:sp>
        <p:sp>
          <p:nvSpPr>
            <p:cNvPr id="27" name="TextBox 27"/>
            <p:cNvSpPr txBox="1"/>
            <p:nvPr/>
          </p:nvSpPr>
          <p:spPr>
            <a:xfrm>
              <a:off x="0" y="-38100"/>
              <a:ext cx="590012" cy="209457"/>
            </a:xfrm>
            <a:prstGeom prst="rect">
              <a:avLst/>
            </a:prstGeom>
          </p:spPr>
          <p:txBody>
            <a:bodyPr lIns="50800" tIns="50800" rIns="50800" bIns="50800" rtlCol="0" anchor="ctr"/>
            <a:lstStyle/>
            <a:p>
              <a:pPr algn="ctr">
                <a:lnSpc>
                  <a:spcPts val="2659"/>
                </a:lnSpc>
                <a:spcBef>
                  <a:spcPct val="0"/>
                </a:spcBef>
              </a:pPr>
              <a:endParaRPr/>
            </a:p>
          </p:txBody>
        </p:sp>
      </p:grpSp>
      <p:sp>
        <p:nvSpPr>
          <p:cNvPr id="28" name="Freeform 28"/>
          <p:cNvSpPr/>
          <p:nvPr/>
        </p:nvSpPr>
        <p:spPr>
          <a:xfrm>
            <a:off x="10354954" y="8387483"/>
            <a:ext cx="483677" cy="490724"/>
          </a:xfrm>
          <a:custGeom>
            <a:avLst/>
            <a:gdLst/>
            <a:ahLst/>
            <a:cxnLst/>
            <a:rect l="l" t="t" r="r" b="b"/>
            <a:pathLst>
              <a:path w="483677" h="490724">
                <a:moveTo>
                  <a:pt x="0" y="0"/>
                </a:moveTo>
                <a:lnTo>
                  <a:pt x="483677" y="0"/>
                </a:lnTo>
                <a:lnTo>
                  <a:pt x="483677" y="490724"/>
                </a:lnTo>
                <a:lnTo>
                  <a:pt x="0" y="49072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29" name="Freeform 29"/>
          <p:cNvSpPr/>
          <p:nvPr/>
        </p:nvSpPr>
        <p:spPr>
          <a:xfrm>
            <a:off x="13006848" y="8387483"/>
            <a:ext cx="467526" cy="490724"/>
          </a:xfrm>
          <a:custGeom>
            <a:avLst/>
            <a:gdLst/>
            <a:ahLst/>
            <a:cxnLst/>
            <a:rect l="l" t="t" r="r" b="b"/>
            <a:pathLst>
              <a:path w="467526" h="490724">
                <a:moveTo>
                  <a:pt x="0" y="0"/>
                </a:moveTo>
                <a:lnTo>
                  <a:pt x="467526" y="0"/>
                </a:lnTo>
                <a:lnTo>
                  <a:pt x="467526" y="490724"/>
                </a:lnTo>
                <a:lnTo>
                  <a:pt x="0" y="49072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GB"/>
          </a:p>
        </p:txBody>
      </p:sp>
      <p:sp>
        <p:nvSpPr>
          <p:cNvPr id="30" name="Freeform 30"/>
          <p:cNvSpPr/>
          <p:nvPr/>
        </p:nvSpPr>
        <p:spPr>
          <a:xfrm>
            <a:off x="10226750" y="6213319"/>
            <a:ext cx="325156" cy="325156"/>
          </a:xfrm>
          <a:custGeom>
            <a:avLst/>
            <a:gdLst/>
            <a:ahLst/>
            <a:cxnLst/>
            <a:rect l="l" t="t" r="r" b="b"/>
            <a:pathLst>
              <a:path w="325156" h="325156">
                <a:moveTo>
                  <a:pt x="0" y="0"/>
                </a:moveTo>
                <a:lnTo>
                  <a:pt x="325157" y="0"/>
                </a:lnTo>
                <a:lnTo>
                  <a:pt x="325157" y="325157"/>
                </a:lnTo>
                <a:lnTo>
                  <a:pt x="0" y="325157"/>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GB"/>
          </a:p>
        </p:txBody>
      </p:sp>
      <p:sp>
        <p:nvSpPr>
          <p:cNvPr id="31" name="Freeform 31"/>
          <p:cNvSpPr/>
          <p:nvPr/>
        </p:nvSpPr>
        <p:spPr>
          <a:xfrm>
            <a:off x="10226750" y="6619146"/>
            <a:ext cx="325156" cy="325156"/>
          </a:xfrm>
          <a:custGeom>
            <a:avLst/>
            <a:gdLst/>
            <a:ahLst/>
            <a:cxnLst/>
            <a:rect l="l" t="t" r="r" b="b"/>
            <a:pathLst>
              <a:path w="325156" h="325156">
                <a:moveTo>
                  <a:pt x="0" y="0"/>
                </a:moveTo>
                <a:lnTo>
                  <a:pt x="325157" y="0"/>
                </a:lnTo>
                <a:lnTo>
                  <a:pt x="325157" y="325157"/>
                </a:lnTo>
                <a:lnTo>
                  <a:pt x="0" y="325157"/>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GB"/>
          </a:p>
        </p:txBody>
      </p:sp>
      <p:sp>
        <p:nvSpPr>
          <p:cNvPr id="32" name="Freeform 32"/>
          <p:cNvSpPr/>
          <p:nvPr/>
        </p:nvSpPr>
        <p:spPr>
          <a:xfrm>
            <a:off x="10226750" y="7024973"/>
            <a:ext cx="325156" cy="325156"/>
          </a:xfrm>
          <a:custGeom>
            <a:avLst/>
            <a:gdLst/>
            <a:ahLst/>
            <a:cxnLst/>
            <a:rect l="l" t="t" r="r" b="b"/>
            <a:pathLst>
              <a:path w="325156" h="325156">
                <a:moveTo>
                  <a:pt x="0" y="0"/>
                </a:moveTo>
                <a:lnTo>
                  <a:pt x="325157" y="0"/>
                </a:lnTo>
                <a:lnTo>
                  <a:pt x="325157" y="325157"/>
                </a:lnTo>
                <a:lnTo>
                  <a:pt x="0" y="325157"/>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GB"/>
          </a:p>
        </p:txBody>
      </p:sp>
      <p:sp>
        <p:nvSpPr>
          <p:cNvPr id="33" name="TextBox 33"/>
          <p:cNvSpPr txBox="1"/>
          <p:nvPr/>
        </p:nvSpPr>
        <p:spPr>
          <a:xfrm>
            <a:off x="6803230" y="5154868"/>
            <a:ext cx="1904317" cy="663801"/>
          </a:xfrm>
          <a:prstGeom prst="rect">
            <a:avLst/>
          </a:prstGeom>
        </p:spPr>
        <p:txBody>
          <a:bodyPr lIns="0" tIns="0" rIns="0" bIns="0" rtlCol="0" anchor="t">
            <a:spAutoFit/>
          </a:bodyPr>
          <a:lstStyle/>
          <a:p>
            <a:pPr algn="ctr">
              <a:lnSpc>
                <a:spcPts val="2576"/>
              </a:lnSpc>
            </a:pPr>
            <a:r>
              <a:rPr lang="en-US" sz="2147" b="1" spc="53">
                <a:solidFill>
                  <a:srgbClr val="0B132B"/>
                </a:solidFill>
                <a:latin typeface="Bricolage Grotesque Bold"/>
                <a:ea typeface="Bricolage Grotesque Bold"/>
                <a:cs typeface="Bricolage Grotesque Bold"/>
                <a:sym typeface="Bricolage Grotesque Bold"/>
              </a:rPr>
              <a:t>Larana Electric Car</a:t>
            </a:r>
          </a:p>
        </p:txBody>
      </p:sp>
      <p:sp>
        <p:nvSpPr>
          <p:cNvPr id="34" name="TextBox 34"/>
          <p:cNvSpPr txBox="1"/>
          <p:nvPr/>
        </p:nvSpPr>
        <p:spPr>
          <a:xfrm>
            <a:off x="10151612" y="1889921"/>
            <a:ext cx="6571742" cy="3298898"/>
          </a:xfrm>
          <a:prstGeom prst="rect">
            <a:avLst/>
          </a:prstGeom>
        </p:spPr>
        <p:txBody>
          <a:bodyPr lIns="0" tIns="0" rIns="0" bIns="0" rtlCol="0" anchor="t">
            <a:spAutoFit/>
          </a:bodyPr>
          <a:lstStyle/>
          <a:p>
            <a:pPr algn="l">
              <a:lnSpc>
                <a:spcPts val="12752"/>
              </a:lnSpc>
            </a:pPr>
            <a:r>
              <a:rPr lang="en-US" sz="12752">
                <a:solidFill>
                  <a:srgbClr val="0B132B"/>
                </a:solidFill>
                <a:latin typeface="Rubik One"/>
                <a:ea typeface="Rubik One"/>
                <a:cs typeface="Rubik One"/>
                <a:sym typeface="Rubik One"/>
              </a:rPr>
              <a:t>Thank You!</a:t>
            </a:r>
          </a:p>
        </p:txBody>
      </p:sp>
      <p:sp>
        <p:nvSpPr>
          <p:cNvPr id="35" name="TextBox 35"/>
          <p:cNvSpPr txBox="1"/>
          <p:nvPr/>
        </p:nvSpPr>
        <p:spPr>
          <a:xfrm>
            <a:off x="10226750" y="5187016"/>
            <a:ext cx="5512374" cy="826247"/>
          </a:xfrm>
          <a:prstGeom prst="rect">
            <a:avLst/>
          </a:prstGeom>
        </p:spPr>
        <p:txBody>
          <a:bodyPr lIns="0" tIns="0" rIns="0" bIns="0" rtlCol="0" anchor="t">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Lorem ipsum dolor sit amet, consectetur adipiscing elit. Proin malesuada neque id lorem fermentum, in interdum justo ornare. Integer sed turpis</a:t>
            </a:r>
          </a:p>
        </p:txBody>
      </p:sp>
      <p:sp>
        <p:nvSpPr>
          <p:cNvPr id="36" name="TextBox 36"/>
          <p:cNvSpPr txBox="1"/>
          <p:nvPr/>
        </p:nvSpPr>
        <p:spPr>
          <a:xfrm>
            <a:off x="10676658" y="6139216"/>
            <a:ext cx="5230597" cy="1161192"/>
          </a:xfrm>
          <a:prstGeom prst="rect">
            <a:avLst/>
          </a:prstGeom>
        </p:spPr>
        <p:txBody>
          <a:bodyPr lIns="0" tIns="0" rIns="0" bIns="0" rtlCol="0" anchor="t">
            <a:spAutoFit/>
          </a:bodyPr>
          <a:lstStyle/>
          <a:p>
            <a:pPr algn="l">
              <a:lnSpc>
                <a:spcPts val="3199"/>
              </a:lnSpc>
            </a:pPr>
            <a:r>
              <a:rPr lang="en-US" sz="1599" spc="39">
                <a:solidFill>
                  <a:srgbClr val="0B132B"/>
                </a:solidFill>
                <a:latin typeface="Bricolage Grotesque"/>
                <a:ea typeface="Bricolage Grotesque"/>
                <a:cs typeface="Bricolage Grotesque"/>
                <a:sym typeface="Bricolage Grotesque"/>
              </a:rPr>
              <a:t>123-456-7890</a:t>
            </a:r>
          </a:p>
          <a:p>
            <a:pPr algn="l">
              <a:lnSpc>
                <a:spcPts val="3199"/>
              </a:lnSpc>
            </a:pPr>
            <a:r>
              <a:rPr lang="en-US" sz="1599" spc="39">
                <a:solidFill>
                  <a:srgbClr val="0B132B"/>
                </a:solidFill>
                <a:latin typeface="Bricolage Grotesque"/>
                <a:ea typeface="Bricolage Grotesque"/>
                <a:cs typeface="Bricolage Grotesque"/>
                <a:sym typeface="Bricolage Grotesque"/>
              </a:rPr>
              <a:t>hello@reallygreatsite.com</a:t>
            </a:r>
          </a:p>
          <a:p>
            <a:pPr algn="l">
              <a:lnSpc>
                <a:spcPts val="3199"/>
              </a:lnSpc>
            </a:pPr>
            <a:r>
              <a:rPr lang="en-US" sz="1599" spc="39">
                <a:solidFill>
                  <a:srgbClr val="0B132B"/>
                </a:solidFill>
                <a:latin typeface="Bricolage Grotesque"/>
                <a:ea typeface="Bricolage Grotesque"/>
                <a:cs typeface="Bricolage Grotesque"/>
                <a:sym typeface="Bricolage Grotesque"/>
              </a:rPr>
              <a:t>www.reallygreatsite.com</a:t>
            </a:r>
          </a:p>
        </p:txBody>
      </p:sp>
      <p:sp>
        <p:nvSpPr>
          <p:cNvPr id="37" name="TextBox 37"/>
          <p:cNvSpPr txBox="1"/>
          <p:nvPr/>
        </p:nvSpPr>
        <p:spPr>
          <a:xfrm>
            <a:off x="10226750" y="7797805"/>
            <a:ext cx="3640249" cy="273739"/>
          </a:xfrm>
          <a:prstGeom prst="rect">
            <a:avLst/>
          </a:prstGeom>
        </p:spPr>
        <p:txBody>
          <a:bodyPr lIns="0" tIns="0" rIns="0" bIns="0" rtlCol="0" anchor="t">
            <a:spAutoFit/>
          </a:bodyPr>
          <a:lstStyle/>
          <a:p>
            <a:pPr marL="0" lvl="0" indent="0" algn="l">
              <a:lnSpc>
                <a:spcPts val="2239"/>
              </a:lnSpc>
              <a:spcBef>
                <a:spcPct val="0"/>
              </a:spcBef>
            </a:pPr>
            <a:r>
              <a:rPr lang="en-US" sz="1599" u="none" strike="noStrike" spc="39">
                <a:solidFill>
                  <a:srgbClr val="0B132B"/>
                </a:solidFill>
                <a:latin typeface="Bricolage Grotesque"/>
                <a:ea typeface="Bricolage Grotesque"/>
                <a:cs typeface="Bricolage Grotesque"/>
                <a:sym typeface="Bricolage Grotesque"/>
              </a:rPr>
              <a:t>Get the Beta Test Here</a:t>
            </a:r>
          </a:p>
        </p:txBody>
      </p:sp>
      <p:sp>
        <p:nvSpPr>
          <p:cNvPr id="38" name="TextBox 38"/>
          <p:cNvSpPr txBox="1"/>
          <p:nvPr/>
        </p:nvSpPr>
        <p:spPr>
          <a:xfrm>
            <a:off x="10967092" y="8556928"/>
            <a:ext cx="1524178" cy="273739"/>
          </a:xfrm>
          <a:prstGeom prst="rect">
            <a:avLst/>
          </a:prstGeom>
        </p:spPr>
        <p:txBody>
          <a:bodyPr lIns="0" tIns="0" rIns="0" bIns="0" rtlCol="0" anchor="t">
            <a:spAutoFit/>
          </a:bodyPr>
          <a:lstStyle/>
          <a:p>
            <a:pPr marL="0" lvl="0" indent="0" algn="l">
              <a:lnSpc>
                <a:spcPts val="2239"/>
              </a:lnSpc>
              <a:spcBef>
                <a:spcPct val="0"/>
              </a:spcBef>
            </a:pPr>
            <a:r>
              <a:rPr lang="en-US" sz="1599" b="1" spc="39">
                <a:solidFill>
                  <a:srgbClr val="FFFFFF"/>
                </a:solidFill>
                <a:latin typeface="Bricolage Grotesque Bold"/>
                <a:ea typeface="Bricolage Grotesque Bold"/>
                <a:cs typeface="Bricolage Grotesque Bold"/>
                <a:sym typeface="Bricolage Grotesque Bold"/>
              </a:rPr>
              <a:t>Marketplace</a:t>
            </a:r>
          </a:p>
        </p:txBody>
      </p:sp>
      <p:sp>
        <p:nvSpPr>
          <p:cNvPr id="39" name="TextBox 39"/>
          <p:cNvSpPr txBox="1"/>
          <p:nvPr/>
        </p:nvSpPr>
        <p:spPr>
          <a:xfrm>
            <a:off x="13617249" y="8556928"/>
            <a:ext cx="1524178" cy="273739"/>
          </a:xfrm>
          <a:prstGeom prst="rect">
            <a:avLst/>
          </a:prstGeom>
        </p:spPr>
        <p:txBody>
          <a:bodyPr lIns="0" tIns="0" rIns="0" bIns="0" rtlCol="0" anchor="t">
            <a:spAutoFit/>
          </a:bodyPr>
          <a:lstStyle/>
          <a:p>
            <a:pPr marL="0" lvl="0" indent="0" algn="l">
              <a:lnSpc>
                <a:spcPts val="2239"/>
              </a:lnSpc>
              <a:spcBef>
                <a:spcPct val="0"/>
              </a:spcBef>
            </a:pPr>
            <a:r>
              <a:rPr lang="en-US" sz="1599" b="1" spc="39">
                <a:solidFill>
                  <a:srgbClr val="FFFFFF"/>
                </a:solidFill>
                <a:latin typeface="Bricolage Grotesque Bold"/>
                <a:ea typeface="Bricolage Grotesque Bold"/>
                <a:cs typeface="Bricolage Grotesque Bold"/>
                <a:sym typeface="Bricolage Grotesque Bold"/>
              </a:rPr>
              <a:t>Marketplace</a:t>
            </a:r>
          </a:p>
        </p:txBody>
      </p:sp>
      <p:sp>
        <p:nvSpPr>
          <p:cNvPr id="40" name="TextBox 40"/>
          <p:cNvSpPr txBox="1"/>
          <p:nvPr/>
        </p:nvSpPr>
        <p:spPr>
          <a:xfrm>
            <a:off x="10967092" y="8396923"/>
            <a:ext cx="1524178" cy="198104"/>
          </a:xfrm>
          <a:prstGeom prst="rect">
            <a:avLst/>
          </a:prstGeom>
        </p:spPr>
        <p:txBody>
          <a:bodyPr lIns="0" tIns="0" rIns="0" bIns="0" rtlCol="0" anchor="t">
            <a:spAutoFit/>
          </a:bodyPr>
          <a:lstStyle/>
          <a:p>
            <a:pPr marL="0" lvl="0" indent="0" algn="l">
              <a:lnSpc>
                <a:spcPts val="1680"/>
              </a:lnSpc>
              <a:spcBef>
                <a:spcPct val="0"/>
              </a:spcBef>
            </a:pPr>
            <a:r>
              <a:rPr lang="en-US" sz="1200" spc="30">
                <a:solidFill>
                  <a:srgbClr val="FFFFFF"/>
                </a:solidFill>
                <a:latin typeface="Bricolage Grotesque"/>
                <a:ea typeface="Bricolage Grotesque"/>
                <a:cs typeface="Bricolage Grotesque"/>
                <a:sym typeface="Bricolage Grotesque"/>
              </a:rPr>
              <a:t>Visit Here</a:t>
            </a:r>
          </a:p>
        </p:txBody>
      </p:sp>
      <p:sp>
        <p:nvSpPr>
          <p:cNvPr id="41" name="TextBox 41"/>
          <p:cNvSpPr txBox="1"/>
          <p:nvPr/>
        </p:nvSpPr>
        <p:spPr>
          <a:xfrm>
            <a:off x="13617249" y="8396923"/>
            <a:ext cx="1524178" cy="198104"/>
          </a:xfrm>
          <a:prstGeom prst="rect">
            <a:avLst/>
          </a:prstGeom>
        </p:spPr>
        <p:txBody>
          <a:bodyPr lIns="0" tIns="0" rIns="0" bIns="0" rtlCol="0" anchor="t">
            <a:spAutoFit/>
          </a:bodyPr>
          <a:lstStyle/>
          <a:p>
            <a:pPr marL="0" lvl="0" indent="0" algn="l">
              <a:lnSpc>
                <a:spcPts val="1680"/>
              </a:lnSpc>
              <a:spcBef>
                <a:spcPct val="0"/>
              </a:spcBef>
            </a:pPr>
            <a:r>
              <a:rPr lang="en-US" sz="1200" spc="30">
                <a:solidFill>
                  <a:srgbClr val="FFFFFF"/>
                </a:solidFill>
                <a:latin typeface="Bricolage Grotesque"/>
                <a:ea typeface="Bricolage Grotesque"/>
                <a:cs typeface="Bricolage Grotesque"/>
                <a:sym typeface="Bricolage Grotesque"/>
              </a:rPr>
              <a:t>Visit Here</a:t>
            </a:r>
          </a:p>
        </p:txBody>
      </p:sp>
      <p:sp>
        <p:nvSpPr>
          <p:cNvPr id="42" name="TextBox 42"/>
          <p:cNvSpPr txBox="1"/>
          <p:nvPr/>
        </p:nvSpPr>
        <p:spPr>
          <a:xfrm>
            <a:off x="10596793" y="1287379"/>
            <a:ext cx="2381625" cy="273739"/>
          </a:xfrm>
          <a:prstGeom prst="rect">
            <a:avLst/>
          </a:prstGeom>
        </p:spPr>
        <p:txBody>
          <a:bodyPr lIns="0" tIns="0" rIns="0" bIns="0" rtlCol="0" anchor="t">
            <a:spAutoFit/>
          </a:bodyPr>
          <a:lstStyle/>
          <a:p>
            <a:pPr algn="l">
              <a:lnSpc>
                <a:spcPts val="2239"/>
              </a:lnSpc>
            </a:pPr>
            <a:r>
              <a:rPr lang="en-US" sz="1599" b="1" spc="39">
                <a:solidFill>
                  <a:srgbClr val="0B132B"/>
                </a:solidFill>
                <a:latin typeface="Bricolage Grotesque Bold"/>
                <a:ea typeface="Bricolage Grotesque Bold"/>
                <a:cs typeface="Bricolage Grotesque Bold"/>
                <a:sym typeface="Bricolage Grotesque Bold"/>
              </a:rPr>
              <a:t>Larana Electric Car</a:t>
            </a:r>
          </a:p>
        </p:txBody>
      </p:sp>
      <p:sp>
        <p:nvSpPr>
          <p:cNvPr id="43" name="TextBox 43"/>
          <p:cNvSpPr txBox="1"/>
          <p:nvPr/>
        </p:nvSpPr>
        <p:spPr>
          <a:xfrm>
            <a:off x="7001985" y="6619175"/>
            <a:ext cx="1518107" cy="318061"/>
          </a:xfrm>
          <a:prstGeom prst="rect">
            <a:avLst/>
          </a:prstGeom>
        </p:spPr>
        <p:txBody>
          <a:bodyPr lIns="0" tIns="0" rIns="0" bIns="0" rtlCol="0" anchor="t">
            <a:spAutoFit/>
          </a:bodyPr>
          <a:lstStyle/>
          <a:p>
            <a:pPr algn="ctr">
              <a:lnSpc>
                <a:spcPts val="2400"/>
              </a:lnSpc>
            </a:pPr>
            <a:r>
              <a:rPr lang="en-US" sz="2400">
                <a:solidFill>
                  <a:srgbClr val="112752"/>
                </a:solidFill>
                <a:latin typeface="Rubik One"/>
                <a:ea typeface="Rubik One"/>
                <a:cs typeface="Rubik One"/>
                <a:sym typeface="Rubik One"/>
              </a:rPr>
              <a:t>Fast</a:t>
            </a:r>
          </a:p>
        </p:txBody>
      </p:sp>
      <p:sp>
        <p:nvSpPr>
          <p:cNvPr id="44" name="TextBox 44"/>
          <p:cNvSpPr txBox="1"/>
          <p:nvPr/>
        </p:nvSpPr>
        <p:spPr>
          <a:xfrm>
            <a:off x="6756961" y="7479468"/>
            <a:ext cx="2008154" cy="318061"/>
          </a:xfrm>
          <a:prstGeom prst="rect">
            <a:avLst/>
          </a:prstGeom>
        </p:spPr>
        <p:txBody>
          <a:bodyPr lIns="0" tIns="0" rIns="0" bIns="0" rtlCol="0" anchor="t">
            <a:spAutoFit/>
          </a:bodyPr>
          <a:lstStyle/>
          <a:p>
            <a:pPr algn="ctr">
              <a:lnSpc>
                <a:spcPts val="2400"/>
              </a:lnSpc>
            </a:pPr>
            <a:r>
              <a:rPr lang="en-US" sz="2400">
                <a:solidFill>
                  <a:srgbClr val="112752"/>
                </a:solidFill>
                <a:latin typeface="Rubik One"/>
                <a:ea typeface="Rubik One"/>
                <a:cs typeface="Rubik One"/>
                <a:sym typeface="Rubik One"/>
              </a:rPr>
              <a:t>Modern</a:t>
            </a:r>
          </a:p>
        </p:txBody>
      </p:sp>
      <p:sp>
        <p:nvSpPr>
          <p:cNvPr id="45" name="TextBox 45"/>
          <p:cNvSpPr txBox="1"/>
          <p:nvPr/>
        </p:nvSpPr>
        <p:spPr>
          <a:xfrm>
            <a:off x="6613651" y="8373701"/>
            <a:ext cx="2294775" cy="318061"/>
          </a:xfrm>
          <a:prstGeom prst="rect">
            <a:avLst/>
          </a:prstGeom>
        </p:spPr>
        <p:txBody>
          <a:bodyPr lIns="0" tIns="0" rIns="0" bIns="0" rtlCol="0" anchor="t">
            <a:spAutoFit/>
          </a:bodyPr>
          <a:lstStyle/>
          <a:p>
            <a:pPr algn="ctr">
              <a:lnSpc>
                <a:spcPts val="2400"/>
              </a:lnSpc>
            </a:pPr>
            <a:r>
              <a:rPr lang="en-US" sz="2400">
                <a:solidFill>
                  <a:srgbClr val="112752"/>
                </a:solidFill>
                <a:latin typeface="Rubik One"/>
                <a:ea typeface="Rubik One"/>
                <a:cs typeface="Rubik One"/>
                <a:sym typeface="Rubik One"/>
              </a:rPr>
              <a:t>Efficient</a:t>
            </a:r>
          </a:p>
        </p:txBody>
      </p:sp>
      <p:grpSp>
        <p:nvGrpSpPr>
          <p:cNvPr id="46" name="Group 46"/>
          <p:cNvGrpSpPr/>
          <p:nvPr/>
        </p:nvGrpSpPr>
        <p:grpSpPr>
          <a:xfrm>
            <a:off x="11502671" y="9960324"/>
            <a:ext cx="9960587" cy="1142074"/>
            <a:chOff x="0" y="0"/>
            <a:chExt cx="2572779" cy="294993"/>
          </a:xfrm>
        </p:grpSpPr>
        <p:sp>
          <p:nvSpPr>
            <p:cNvPr id="47" name="Freeform 47"/>
            <p:cNvSpPr/>
            <p:nvPr/>
          </p:nvSpPr>
          <p:spPr>
            <a:xfrm>
              <a:off x="0" y="0"/>
              <a:ext cx="2572779" cy="294993"/>
            </a:xfrm>
            <a:custGeom>
              <a:avLst/>
              <a:gdLst/>
              <a:ahLst/>
              <a:cxnLst/>
              <a:rect l="l" t="t" r="r" b="b"/>
              <a:pathLst>
                <a:path w="2572779" h="294993">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txBody>
            <a:bodyPr/>
            <a:lstStyle/>
            <a:p>
              <a:endParaRPr lang="en-GB"/>
            </a:p>
          </p:txBody>
        </p:sp>
        <p:sp>
          <p:nvSpPr>
            <p:cNvPr id="48" name="TextBox 48"/>
            <p:cNvSpPr txBox="1"/>
            <p:nvPr/>
          </p:nvSpPr>
          <p:spPr>
            <a:xfrm>
              <a:off x="0" y="-38100"/>
              <a:ext cx="2572779" cy="333093"/>
            </a:xfrm>
            <a:prstGeom prst="rect">
              <a:avLst/>
            </a:prstGeom>
          </p:spPr>
          <p:txBody>
            <a:bodyPr lIns="50800" tIns="50800" rIns="50800" bIns="50800" rtlCol="0" anchor="ctr"/>
            <a:lstStyle/>
            <a:p>
              <a:pPr algn="ctr">
                <a:lnSpc>
                  <a:spcPts val="2659"/>
                </a:lnSpc>
                <a:spcBef>
                  <a:spcPct val="0"/>
                </a:spcBef>
              </a:pPr>
              <a:endParaRPr/>
            </a:p>
          </p:txBody>
        </p:sp>
      </p:grpSp>
      <p:grpSp>
        <p:nvGrpSpPr>
          <p:cNvPr id="49" name="Group 49"/>
          <p:cNvGrpSpPr/>
          <p:nvPr/>
        </p:nvGrpSpPr>
        <p:grpSpPr>
          <a:xfrm>
            <a:off x="-5959063" y="-784283"/>
            <a:ext cx="13801709" cy="1142074"/>
            <a:chOff x="0" y="0"/>
            <a:chExt cx="3564925" cy="294993"/>
          </a:xfrm>
        </p:grpSpPr>
        <p:sp>
          <p:nvSpPr>
            <p:cNvPr id="50" name="Freeform 50"/>
            <p:cNvSpPr/>
            <p:nvPr/>
          </p:nvSpPr>
          <p:spPr>
            <a:xfrm>
              <a:off x="0" y="0"/>
              <a:ext cx="3564925" cy="294993"/>
            </a:xfrm>
            <a:custGeom>
              <a:avLst/>
              <a:gdLst/>
              <a:ahLst/>
              <a:cxnLst/>
              <a:rect l="l" t="t" r="r" b="b"/>
              <a:pathLst>
                <a:path w="3564925" h="294993">
                  <a:moveTo>
                    <a:pt x="33656" y="0"/>
                  </a:moveTo>
                  <a:lnTo>
                    <a:pt x="3531269" y="0"/>
                  </a:lnTo>
                  <a:cubicBezTo>
                    <a:pt x="3549857" y="0"/>
                    <a:pt x="3564925" y="15068"/>
                    <a:pt x="3564925" y="33656"/>
                  </a:cubicBezTo>
                  <a:lnTo>
                    <a:pt x="3564925" y="261337"/>
                  </a:lnTo>
                  <a:cubicBezTo>
                    <a:pt x="3564925" y="279925"/>
                    <a:pt x="3549857" y="294993"/>
                    <a:pt x="3531269" y="294993"/>
                  </a:cubicBezTo>
                  <a:lnTo>
                    <a:pt x="33656" y="294993"/>
                  </a:lnTo>
                  <a:cubicBezTo>
                    <a:pt x="15068" y="294993"/>
                    <a:pt x="0" y="279925"/>
                    <a:pt x="0" y="261337"/>
                  </a:cubicBezTo>
                  <a:lnTo>
                    <a:pt x="0" y="33656"/>
                  </a:lnTo>
                  <a:cubicBezTo>
                    <a:pt x="0" y="15068"/>
                    <a:pt x="15068" y="0"/>
                    <a:pt x="33656" y="0"/>
                  </a:cubicBezTo>
                  <a:close/>
                </a:path>
              </a:pathLst>
            </a:custGeom>
            <a:ln w="19050" cap="rnd">
              <a:solidFill>
                <a:srgbClr val="00B58F"/>
              </a:solidFill>
              <a:prstDash val="solid"/>
              <a:round/>
            </a:ln>
          </p:spPr>
          <p:txBody>
            <a:bodyPr/>
            <a:lstStyle/>
            <a:p>
              <a:endParaRPr lang="en-GB"/>
            </a:p>
          </p:txBody>
        </p:sp>
        <p:sp>
          <p:nvSpPr>
            <p:cNvPr id="51" name="TextBox 51"/>
            <p:cNvSpPr txBox="1"/>
            <p:nvPr/>
          </p:nvSpPr>
          <p:spPr>
            <a:xfrm>
              <a:off x="0" y="-38100"/>
              <a:ext cx="3564925" cy="333093"/>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1237</Words>
  <Application>Microsoft Office PowerPoint</Application>
  <PresentationFormat>Custom</PresentationFormat>
  <Paragraphs>137</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Bricolage Grotesque</vt:lpstr>
      <vt:lpstr>Calibri</vt:lpstr>
      <vt:lpstr>Arial</vt:lpstr>
      <vt:lpstr>Bricolage Grotesque Bold</vt:lpstr>
      <vt:lpstr>Rubik One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Teal Modern Electric Car Presentation</dc:title>
  <cp:lastModifiedBy>Saleh, Nourhan (Nextcare Egypt)</cp:lastModifiedBy>
  <cp:revision>2</cp:revision>
  <dcterms:created xsi:type="dcterms:W3CDTF">2006-08-16T00:00:00Z</dcterms:created>
  <dcterms:modified xsi:type="dcterms:W3CDTF">2026-05-14T14:43:20Z</dcterms:modified>
  <dc:identifier>DAHJprHIkXA</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e5f591a-3248-43e9-9b70-1ad50135772d_Enabled">
    <vt:lpwstr>true</vt:lpwstr>
  </property>
  <property fmtid="{D5CDD505-2E9C-101B-9397-08002B2CF9AE}" pid="3" name="MSIP_Label_ce5f591a-3248-43e9-9b70-1ad50135772d_SetDate">
    <vt:lpwstr>2026-05-14T14:22:40Z</vt:lpwstr>
  </property>
  <property fmtid="{D5CDD505-2E9C-101B-9397-08002B2CF9AE}" pid="4" name="MSIP_Label_ce5f591a-3248-43e9-9b70-1ad50135772d_Method">
    <vt:lpwstr>Privileged</vt:lpwstr>
  </property>
  <property fmtid="{D5CDD505-2E9C-101B-9397-08002B2CF9AE}" pid="5" name="MSIP_Label_ce5f591a-3248-43e9-9b70-1ad50135772d_Name">
    <vt:lpwstr>ce5f591a-3248-43e9-9b70-1ad50135772d</vt:lpwstr>
  </property>
  <property fmtid="{D5CDD505-2E9C-101B-9397-08002B2CF9AE}" pid="6" name="MSIP_Label_ce5f591a-3248-43e9-9b70-1ad50135772d_SiteId">
    <vt:lpwstr>6e06e42d-6925-47c6-b9e7-9581c7ca302a</vt:lpwstr>
  </property>
  <property fmtid="{D5CDD505-2E9C-101B-9397-08002B2CF9AE}" pid="7" name="MSIP_Label_ce5f591a-3248-43e9-9b70-1ad50135772d_ActionId">
    <vt:lpwstr>78575c2a-75cd-4800-9126-5cc8e391a6b5</vt:lpwstr>
  </property>
  <property fmtid="{D5CDD505-2E9C-101B-9397-08002B2CF9AE}" pid="8" name="MSIP_Label_ce5f591a-3248-43e9-9b70-1ad50135772d_ContentBits">
    <vt:lpwstr>0</vt:lpwstr>
  </property>
  <property fmtid="{D5CDD505-2E9C-101B-9397-08002B2CF9AE}" pid="9" name="MSIP_Label_ce5f591a-3248-43e9-9b70-1ad50135772d_Tag">
    <vt:lpwstr>10, 0, 1, 1</vt:lpwstr>
  </property>
</Properties>
</file>